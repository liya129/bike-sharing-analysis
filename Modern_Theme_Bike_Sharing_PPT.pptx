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84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9.sv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9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6B44C0-DEF8-43AE-BACC-9036EC8C8C4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A7D191-63AA-444D-BB15-C49A3ED5DE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Project Report</a:t>
          </a:r>
        </a:p>
      </dgm:t>
    </dgm:pt>
    <dgm:pt modelId="{D29996CE-13B4-48ED-A481-98F8B7B8C6ED}" type="parTrans" cxnId="{FBFCF578-8E7E-48B1-9C5C-BC99ABF7D54C}">
      <dgm:prSet/>
      <dgm:spPr/>
      <dgm:t>
        <a:bodyPr/>
        <a:lstStyle/>
        <a:p>
          <a:endParaRPr lang="en-US"/>
        </a:p>
      </dgm:t>
    </dgm:pt>
    <dgm:pt modelId="{186E9B55-5EBE-4FD2-A7BB-9669F038E0C7}" type="sibTrans" cxnId="{FBFCF578-8E7E-48B1-9C5C-BC99ABF7D54C}">
      <dgm:prSet/>
      <dgm:spPr/>
      <dgm:t>
        <a:bodyPr/>
        <a:lstStyle/>
        <a:p>
          <a:endParaRPr lang="en-US"/>
        </a:p>
      </dgm:t>
    </dgm:pt>
    <dgm:pt modelId="{5721BF88-204C-4EFE-8EEF-B6EAE9BFA8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Submitted By: </a:t>
          </a:r>
          <a:r>
            <a:rPr lang="en-US" dirty="0" err="1"/>
            <a:t>B.prashanthi</a:t>
          </a:r>
          <a:endParaRPr lang="en-US" dirty="0"/>
        </a:p>
      </dgm:t>
    </dgm:pt>
    <dgm:pt modelId="{C02140A7-687D-4D6A-B9F9-8B75C33EE218}" type="parTrans" cxnId="{186B8070-9B84-4D0A-8F11-D33D1B11E6A9}">
      <dgm:prSet/>
      <dgm:spPr/>
      <dgm:t>
        <a:bodyPr/>
        <a:lstStyle/>
        <a:p>
          <a:endParaRPr lang="en-US"/>
        </a:p>
      </dgm:t>
    </dgm:pt>
    <dgm:pt modelId="{D6CE5803-1A72-43AB-A4A7-EC3F53927A8D}" type="sibTrans" cxnId="{186B8070-9B84-4D0A-8F11-D33D1B11E6A9}">
      <dgm:prSet/>
      <dgm:spPr/>
      <dgm:t>
        <a:bodyPr/>
        <a:lstStyle/>
        <a:p>
          <a:endParaRPr lang="en-US"/>
        </a:p>
      </dgm:t>
    </dgm:pt>
    <dgm:pt modelId="{CD602CD6-9A9B-4675-AA10-B228C3DAF3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Submitted To: NextHikes IT Solutions</a:t>
          </a:r>
        </a:p>
      </dgm:t>
    </dgm:pt>
    <dgm:pt modelId="{7A45EA62-D703-421F-8DED-566D06FAC2E5}" type="parTrans" cxnId="{03C0A959-9BB1-4001-964F-FDCE370129EF}">
      <dgm:prSet/>
      <dgm:spPr/>
      <dgm:t>
        <a:bodyPr/>
        <a:lstStyle/>
        <a:p>
          <a:endParaRPr lang="en-US"/>
        </a:p>
      </dgm:t>
    </dgm:pt>
    <dgm:pt modelId="{6671839F-5A4D-4811-AE1A-64590345C6DD}" type="sibTrans" cxnId="{03C0A959-9BB1-4001-964F-FDCE370129EF}">
      <dgm:prSet/>
      <dgm:spPr/>
      <dgm:t>
        <a:bodyPr/>
        <a:lstStyle/>
        <a:p>
          <a:endParaRPr lang="en-US"/>
        </a:p>
      </dgm:t>
    </dgm:pt>
    <dgm:pt modelId="{C3B25DCF-AAA2-4738-AF16-5EA3334FD3F2}" type="pres">
      <dgm:prSet presAssocID="{FD6B44C0-DEF8-43AE-BACC-9036EC8C8C46}" presName="root" presStyleCnt="0">
        <dgm:presLayoutVars>
          <dgm:dir/>
          <dgm:resizeHandles val="exact"/>
        </dgm:presLayoutVars>
      </dgm:prSet>
      <dgm:spPr/>
    </dgm:pt>
    <dgm:pt modelId="{5D612270-D684-4A76-AA12-DF9DAEAEA2EF}" type="pres">
      <dgm:prSet presAssocID="{9AA7D191-63AA-444D-BB15-C49A3ED5DE01}" presName="compNode" presStyleCnt="0"/>
      <dgm:spPr/>
    </dgm:pt>
    <dgm:pt modelId="{201C6A90-C800-4BF3-B197-39CBC0491F85}" type="pres">
      <dgm:prSet presAssocID="{9AA7D191-63AA-444D-BB15-C49A3ED5DE01}" presName="bgRect" presStyleLbl="bgShp" presStyleIdx="0" presStyleCnt="3"/>
      <dgm:spPr/>
    </dgm:pt>
    <dgm:pt modelId="{07AA9C31-2343-4520-94A2-BC2FAD1A7D6C}" type="pres">
      <dgm:prSet presAssocID="{9AA7D191-63AA-444D-BB15-C49A3ED5DE0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CE1D578-FD4E-403B-8509-02C08390D226}" type="pres">
      <dgm:prSet presAssocID="{9AA7D191-63AA-444D-BB15-C49A3ED5DE01}" presName="spaceRect" presStyleCnt="0"/>
      <dgm:spPr/>
    </dgm:pt>
    <dgm:pt modelId="{78A22BCF-55CA-4242-862A-E4A8C4D6B3C3}" type="pres">
      <dgm:prSet presAssocID="{9AA7D191-63AA-444D-BB15-C49A3ED5DE01}" presName="parTx" presStyleLbl="revTx" presStyleIdx="0" presStyleCnt="3">
        <dgm:presLayoutVars>
          <dgm:chMax val="0"/>
          <dgm:chPref val="0"/>
        </dgm:presLayoutVars>
      </dgm:prSet>
      <dgm:spPr/>
    </dgm:pt>
    <dgm:pt modelId="{A8BE5DB2-F647-4882-B6DD-57C6813E72AF}" type="pres">
      <dgm:prSet presAssocID="{186E9B55-5EBE-4FD2-A7BB-9669F038E0C7}" presName="sibTrans" presStyleCnt="0"/>
      <dgm:spPr/>
    </dgm:pt>
    <dgm:pt modelId="{F337A48B-30F9-4BC3-894C-B9F6C03015C8}" type="pres">
      <dgm:prSet presAssocID="{5721BF88-204C-4EFE-8EEF-B6EAE9BFA8E3}" presName="compNode" presStyleCnt="0"/>
      <dgm:spPr/>
    </dgm:pt>
    <dgm:pt modelId="{D4AEC14F-0FB7-4134-9494-40B142A8F1D6}" type="pres">
      <dgm:prSet presAssocID="{5721BF88-204C-4EFE-8EEF-B6EAE9BFA8E3}" presName="bgRect" presStyleLbl="bgShp" presStyleIdx="1" presStyleCnt="3"/>
      <dgm:spPr/>
    </dgm:pt>
    <dgm:pt modelId="{E8FB04F2-0E81-49B1-B589-A1655337C298}" type="pres">
      <dgm:prSet presAssocID="{5721BF88-204C-4EFE-8EEF-B6EAE9BFA8E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5890C117-4AFE-4E2F-B30E-515A0A79729F}" type="pres">
      <dgm:prSet presAssocID="{5721BF88-204C-4EFE-8EEF-B6EAE9BFA8E3}" presName="spaceRect" presStyleCnt="0"/>
      <dgm:spPr/>
    </dgm:pt>
    <dgm:pt modelId="{A435F196-BCEE-48EB-9550-A7560B818D3F}" type="pres">
      <dgm:prSet presAssocID="{5721BF88-204C-4EFE-8EEF-B6EAE9BFA8E3}" presName="parTx" presStyleLbl="revTx" presStyleIdx="1" presStyleCnt="3">
        <dgm:presLayoutVars>
          <dgm:chMax val="0"/>
          <dgm:chPref val="0"/>
        </dgm:presLayoutVars>
      </dgm:prSet>
      <dgm:spPr/>
    </dgm:pt>
    <dgm:pt modelId="{3E63BBDF-3F59-498A-86DD-5BBAC8FF375C}" type="pres">
      <dgm:prSet presAssocID="{D6CE5803-1A72-43AB-A4A7-EC3F53927A8D}" presName="sibTrans" presStyleCnt="0"/>
      <dgm:spPr/>
    </dgm:pt>
    <dgm:pt modelId="{0306A199-04FF-4414-A6C3-A133A94C8877}" type="pres">
      <dgm:prSet presAssocID="{CD602CD6-9A9B-4675-AA10-B228C3DAF3EA}" presName="compNode" presStyleCnt="0"/>
      <dgm:spPr/>
    </dgm:pt>
    <dgm:pt modelId="{577B128F-9CE0-48C3-B122-289E333A9FAB}" type="pres">
      <dgm:prSet presAssocID="{CD602CD6-9A9B-4675-AA10-B228C3DAF3EA}" presName="bgRect" presStyleLbl="bgShp" presStyleIdx="2" presStyleCnt="3"/>
      <dgm:spPr/>
    </dgm:pt>
    <dgm:pt modelId="{D99B523F-814A-4CC9-9576-72BD967FC9BB}" type="pres">
      <dgm:prSet presAssocID="{CD602CD6-9A9B-4675-AA10-B228C3DAF3E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5CFD7490-1B26-4408-A092-400B89974643}" type="pres">
      <dgm:prSet presAssocID="{CD602CD6-9A9B-4675-AA10-B228C3DAF3EA}" presName="spaceRect" presStyleCnt="0"/>
      <dgm:spPr/>
    </dgm:pt>
    <dgm:pt modelId="{F26C06AC-06A6-4D8A-B75F-FF41BFF6011F}" type="pres">
      <dgm:prSet presAssocID="{CD602CD6-9A9B-4675-AA10-B228C3DAF3E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8D3C00F-C987-4244-9D50-87FC024949EF}" type="presOf" srcId="{5721BF88-204C-4EFE-8EEF-B6EAE9BFA8E3}" destId="{A435F196-BCEE-48EB-9550-A7560B818D3F}" srcOrd="0" destOrd="0" presId="urn:microsoft.com/office/officeart/2018/2/layout/IconVerticalSolidList"/>
    <dgm:cxn modelId="{C3648724-0B96-46FA-9BDC-BCE9D136CA5C}" type="presOf" srcId="{CD602CD6-9A9B-4675-AA10-B228C3DAF3EA}" destId="{F26C06AC-06A6-4D8A-B75F-FF41BFF6011F}" srcOrd="0" destOrd="0" presId="urn:microsoft.com/office/officeart/2018/2/layout/IconVerticalSolidList"/>
    <dgm:cxn modelId="{20A2244B-44BA-4266-A570-CB6158044FD8}" type="presOf" srcId="{9AA7D191-63AA-444D-BB15-C49A3ED5DE01}" destId="{78A22BCF-55CA-4242-862A-E4A8C4D6B3C3}" srcOrd="0" destOrd="0" presId="urn:microsoft.com/office/officeart/2018/2/layout/IconVerticalSolidList"/>
    <dgm:cxn modelId="{186B8070-9B84-4D0A-8F11-D33D1B11E6A9}" srcId="{FD6B44C0-DEF8-43AE-BACC-9036EC8C8C46}" destId="{5721BF88-204C-4EFE-8EEF-B6EAE9BFA8E3}" srcOrd="1" destOrd="0" parTransId="{C02140A7-687D-4D6A-B9F9-8B75C33EE218}" sibTransId="{D6CE5803-1A72-43AB-A4A7-EC3F53927A8D}"/>
    <dgm:cxn modelId="{55D60273-EC3E-422F-AE9F-6176A3F3E06A}" type="presOf" srcId="{FD6B44C0-DEF8-43AE-BACC-9036EC8C8C46}" destId="{C3B25DCF-AAA2-4738-AF16-5EA3334FD3F2}" srcOrd="0" destOrd="0" presId="urn:microsoft.com/office/officeart/2018/2/layout/IconVerticalSolidList"/>
    <dgm:cxn modelId="{FBFCF578-8E7E-48B1-9C5C-BC99ABF7D54C}" srcId="{FD6B44C0-DEF8-43AE-BACC-9036EC8C8C46}" destId="{9AA7D191-63AA-444D-BB15-C49A3ED5DE01}" srcOrd="0" destOrd="0" parTransId="{D29996CE-13B4-48ED-A481-98F8B7B8C6ED}" sibTransId="{186E9B55-5EBE-4FD2-A7BB-9669F038E0C7}"/>
    <dgm:cxn modelId="{03C0A959-9BB1-4001-964F-FDCE370129EF}" srcId="{FD6B44C0-DEF8-43AE-BACC-9036EC8C8C46}" destId="{CD602CD6-9A9B-4675-AA10-B228C3DAF3EA}" srcOrd="2" destOrd="0" parTransId="{7A45EA62-D703-421F-8DED-566D06FAC2E5}" sibTransId="{6671839F-5A4D-4811-AE1A-64590345C6DD}"/>
    <dgm:cxn modelId="{305B9A7D-9581-4319-96B5-2B9F25901FEB}" type="presParOf" srcId="{C3B25DCF-AAA2-4738-AF16-5EA3334FD3F2}" destId="{5D612270-D684-4A76-AA12-DF9DAEAEA2EF}" srcOrd="0" destOrd="0" presId="urn:microsoft.com/office/officeart/2018/2/layout/IconVerticalSolidList"/>
    <dgm:cxn modelId="{4FD159D7-209F-4466-B308-DD540F604E1A}" type="presParOf" srcId="{5D612270-D684-4A76-AA12-DF9DAEAEA2EF}" destId="{201C6A90-C800-4BF3-B197-39CBC0491F85}" srcOrd="0" destOrd="0" presId="urn:microsoft.com/office/officeart/2018/2/layout/IconVerticalSolidList"/>
    <dgm:cxn modelId="{E6926D5A-959A-4BAE-9A20-9AE4A8F27519}" type="presParOf" srcId="{5D612270-D684-4A76-AA12-DF9DAEAEA2EF}" destId="{07AA9C31-2343-4520-94A2-BC2FAD1A7D6C}" srcOrd="1" destOrd="0" presId="urn:microsoft.com/office/officeart/2018/2/layout/IconVerticalSolidList"/>
    <dgm:cxn modelId="{56926644-4AC2-4180-A9FA-86503C292C6D}" type="presParOf" srcId="{5D612270-D684-4A76-AA12-DF9DAEAEA2EF}" destId="{0CE1D578-FD4E-403B-8509-02C08390D226}" srcOrd="2" destOrd="0" presId="urn:microsoft.com/office/officeart/2018/2/layout/IconVerticalSolidList"/>
    <dgm:cxn modelId="{03B8358B-3F97-48DA-80A7-D161ED8E7976}" type="presParOf" srcId="{5D612270-D684-4A76-AA12-DF9DAEAEA2EF}" destId="{78A22BCF-55CA-4242-862A-E4A8C4D6B3C3}" srcOrd="3" destOrd="0" presId="urn:microsoft.com/office/officeart/2018/2/layout/IconVerticalSolidList"/>
    <dgm:cxn modelId="{FE122FD6-511E-457E-80CA-9671CDC776A2}" type="presParOf" srcId="{C3B25DCF-AAA2-4738-AF16-5EA3334FD3F2}" destId="{A8BE5DB2-F647-4882-B6DD-57C6813E72AF}" srcOrd="1" destOrd="0" presId="urn:microsoft.com/office/officeart/2018/2/layout/IconVerticalSolidList"/>
    <dgm:cxn modelId="{E7214C15-99AA-4CE6-A056-1560B962CF90}" type="presParOf" srcId="{C3B25DCF-AAA2-4738-AF16-5EA3334FD3F2}" destId="{F337A48B-30F9-4BC3-894C-B9F6C03015C8}" srcOrd="2" destOrd="0" presId="urn:microsoft.com/office/officeart/2018/2/layout/IconVerticalSolidList"/>
    <dgm:cxn modelId="{8014B2AD-29B4-42E8-82AA-2A61FF606BA1}" type="presParOf" srcId="{F337A48B-30F9-4BC3-894C-B9F6C03015C8}" destId="{D4AEC14F-0FB7-4134-9494-40B142A8F1D6}" srcOrd="0" destOrd="0" presId="urn:microsoft.com/office/officeart/2018/2/layout/IconVerticalSolidList"/>
    <dgm:cxn modelId="{1DE153DE-2B97-4DD0-85B8-AABC27945380}" type="presParOf" srcId="{F337A48B-30F9-4BC3-894C-B9F6C03015C8}" destId="{E8FB04F2-0E81-49B1-B589-A1655337C298}" srcOrd="1" destOrd="0" presId="urn:microsoft.com/office/officeart/2018/2/layout/IconVerticalSolidList"/>
    <dgm:cxn modelId="{5146C198-8DEB-4F7C-8C67-C8C8F0A822E1}" type="presParOf" srcId="{F337A48B-30F9-4BC3-894C-B9F6C03015C8}" destId="{5890C117-4AFE-4E2F-B30E-515A0A79729F}" srcOrd="2" destOrd="0" presId="urn:microsoft.com/office/officeart/2018/2/layout/IconVerticalSolidList"/>
    <dgm:cxn modelId="{FA16A540-D9BC-4146-9BC9-7F5A2ADAD7A3}" type="presParOf" srcId="{F337A48B-30F9-4BC3-894C-B9F6C03015C8}" destId="{A435F196-BCEE-48EB-9550-A7560B818D3F}" srcOrd="3" destOrd="0" presId="urn:microsoft.com/office/officeart/2018/2/layout/IconVerticalSolidList"/>
    <dgm:cxn modelId="{BD1B8BE4-3651-40BB-9797-453DE2EA0905}" type="presParOf" srcId="{C3B25DCF-AAA2-4738-AF16-5EA3334FD3F2}" destId="{3E63BBDF-3F59-498A-86DD-5BBAC8FF375C}" srcOrd="3" destOrd="0" presId="urn:microsoft.com/office/officeart/2018/2/layout/IconVerticalSolidList"/>
    <dgm:cxn modelId="{DA6EA3C3-8F94-4C25-93CB-7B48581C74A0}" type="presParOf" srcId="{C3B25DCF-AAA2-4738-AF16-5EA3334FD3F2}" destId="{0306A199-04FF-4414-A6C3-A133A94C8877}" srcOrd="4" destOrd="0" presId="urn:microsoft.com/office/officeart/2018/2/layout/IconVerticalSolidList"/>
    <dgm:cxn modelId="{427B2430-7503-463B-9479-5163EFF86A5B}" type="presParOf" srcId="{0306A199-04FF-4414-A6C3-A133A94C8877}" destId="{577B128F-9CE0-48C3-B122-289E333A9FAB}" srcOrd="0" destOrd="0" presId="urn:microsoft.com/office/officeart/2018/2/layout/IconVerticalSolidList"/>
    <dgm:cxn modelId="{5FE6BFB9-23AE-4E6D-996A-016668EA4EEF}" type="presParOf" srcId="{0306A199-04FF-4414-A6C3-A133A94C8877}" destId="{D99B523F-814A-4CC9-9576-72BD967FC9BB}" srcOrd="1" destOrd="0" presId="urn:microsoft.com/office/officeart/2018/2/layout/IconVerticalSolidList"/>
    <dgm:cxn modelId="{16D91817-DA40-4381-907F-F08B86DC0F60}" type="presParOf" srcId="{0306A199-04FF-4414-A6C3-A133A94C8877}" destId="{5CFD7490-1B26-4408-A092-400B89974643}" srcOrd="2" destOrd="0" presId="urn:microsoft.com/office/officeart/2018/2/layout/IconVerticalSolidList"/>
    <dgm:cxn modelId="{0F77AB08-DB81-4159-95FC-4E60641F0155}" type="presParOf" srcId="{0306A199-04FF-4414-A6C3-A133A94C8877}" destId="{F26C06AC-06A6-4D8A-B75F-FF41BFF601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D571B6-A826-458A-BEC6-0C1B344C554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F6A42F-9139-4125-8549-6DED7FFB01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analyzes bike-sharing demand using Excel-based analytical techniques.</a:t>
          </a:r>
        </a:p>
      </dgm:t>
    </dgm:pt>
    <dgm:pt modelId="{7A904007-F5E1-4EFD-8EE3-821767F971AD}" type="parTrans" cxnId="{BE8E4726-1105-4E29-9655-820694C398EB}">
      <dgm:prSet/>
      <dgm:spPr/>
      <dgm:t>
        <a:bodyPr/>
        <a:lstStyle/>
        <a:p>
          <a:endParaRPr lang="en-US"/>
        </a:p>
      </dgm:t>
    </dgm:pt>
    <dgm:pt modelId="{C2EDEEA9-64E0-41BE-92A7-10C2CAE797B2}" type="sibTrans" cxnId="{BE8E4726-1105-4E29-9655-820694C398EB}">
      <dgm:prSet/>
      <dgm:spPr/>
      <dgm:t>
        <a:bodyPr/>
        <a:lstStyle/>
        <a:p>
          <a:endParaRPr lang="en-US"/>
        </a:p>
      </dgm:t>
    </dgm:pt>
    <dgm:pt modelId="{0F51333E-1D71-4330-8896-62FAF72A34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Objectives:</a:t>
          </a:r>
        </a:p>
      </dgm:t>
    </dgm:pt>
    <dgm:pt modelId="{58098BFC-8415-463A-A4F9-13A9B1F3A51B}" type="parTrans" cxnId="{16E5A7E8-6C33-4AB3-ABF1-3F9E4D6D03E1}">
      <dgm:prSet/>
      <dgm:spPr/>
      <dgm:t>
        <a:bodyPr/>
        <a:lstStyle/>
        <a:p>
          <a:endParaRPr lang="en-US"/>
        </a:p>
      </dgm:t>
    </dgm:pt>
    <dgm:pt modelId="{CF09510F-4B22-4A5C-82C3-BBBEE89754BE}" type="sibTrans" cxnId="{16E5A7E8-6C33-4AB3-ABF1-3F9E4D6D03E1}">
      <dgm:prSet/>
      <dgm:spPr/>
      <dgm:t>
        <a:bodyPr/>
        <a:lstStyle/>
        <a:p>
          <a:endParaRPr lang="en-US"/>
        </a:p>
      </dgm:t>
    </dgm:pt>
    <dgm:pt modelId="{70E07D4B-41DF-487D-AD81-EEEE4B7037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Analyze rental trends</a:t>
          </a:r>
        </a:p>
      </dgm:t>
    </dgm:pt>
    <dgm:pt modelId="{FBDE2412-B8DB-4B5F-B1B8-2CD41079AE15}" type="parTrans" cxnId="{7560C5B1-2D2F-4F25-83DC-A671D88BDC4B}">
      <dgm:prSet/>
      <dgm:spPr/>
      <dgm:t>
        <a:bodyPr/>
        <a:lstStyle/>
        <a:p>
          <a:endParaRPr lang="en-US"/>
        </a:p>
      </dgm:t>
    </dgm:pt>
    <dgm:pt modelId="{27E464B0-F712-45CB-ADAA-9D375AFE45EF}" type="sibTrans" cxnId="{7560C5B1-2D2F-4F25-83DC-A671D88BDC4B}">
      <dgm:prSet/>
      <dgm:spPr/>
      <dgm:t>
        <a:bodyPr/>
        <a:lstStyle/>
        <a:p>
          <a:endParaRPr lang="en-US"/>
        </a:p>
      </dgm:t>
    </dgm:pt>
    <dgm:pt modelId="{C9EEB522-C16E-4F8C-BBFD-51DCEF1206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Study weather impact</a:t>
          </a:r>
        </a:p>
      </dgm:t>
    </dgm:pt>
    <dgm:pt modelId="{F5836906-1885-4789-8443-DFF9CA216A61}" type="parTrans" cxnId="{6A86749E-2925-47E2-A06C-5B3C283F7E40}">
      <dgm:prSet/>
      <dgm:spPr/>
      <dgm:t>
        <a:bodyPr/>
        <a:lstStyle/>
        <a:p>
          <a:endParaRPr lang="en-US"/>
        </a:p>
      </dgm:t>
    </dgm:pt>
    <dgm:pt modelId="{AA37F1C1-334E-4A50-A078-B64EF0D6E34D}" type="sibTrans" cxnId="{6A86749E-2925-47E2-A06C-5B3C283F7E40}">
      <dgm:prSet/>
      <dgm:spPr/>
      <dgm:t>
        <a:bodyPr/>
        <a:lstStyle/>
        <a:p>
          <a:endParaRPr lang="en-US"/>
        </a:p>
      </dgm:t>
    </dgm:pt>
    <dgm:pt modelId="{552539FB-E35D-4C6B-8A28-F1C768AAAF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Create dashboards</a:t>
          </a:r>
        </a:p>
      </dgm:t>
    </dgm:pt>
    <dgm:pt modelId="{499CA072-3E50-45E4-AB67-8BA728148738}" type="parTrans" cxnId="{CB1D58F2-DB49-4531-A847-F959C0660117}">
      <dgm:prSet/>
      <dgm:spPr/>
      <dgm:t>
        <a:bodyPr/>
        <a:lstStyle/>
        <a:p>
          <a:endParaRPr lang="en-US"/>
        </a:p>
      </dgm:t>
    </dgm:pt>
    <dgm:pt modelId="{AD25019B-BB7B-493A-8447-335D938FFEB6}" type="sibTrans" cxnId="{CB1D58F2-DB49-4531-A847-F959C0660117}">
      <dgm:prSet/>
      <dgm:spPr/>
      <dgm:t>
        <a:bodyPr/>
        <a:lstStyle/>
        <a:p>
          <a:endParaRPr lang="en-US"/>
        </a:p>
      </dgm:t>
    </dgm:pt>
    <dgm:pt modelId="{DA9B8199-681E-4498-9419-E80FB4CC7D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Generate business insights</a:t>
          </a:r>
        </a:p>
      </dgm:t>
    </dgm:pt>
    <dgm:pt modelId="{A1711054-2E48-44ED-B63F-C2E6CDB4DA34}" type="parTrans" cxnId="{C6B93D6E-6CE5-427F-ADD4-3AD68201E4C5}">
      <dgm:prSet/>
      <dgm:spPr/>
      <dgm:t>
        <a:bodyPr/>
        <a:lstStyle/>
        <a:p>
          <a:endParaRPr lang="en-US"/>
        </a:p>
      </dgm:t>
    </dgm:pt>
    <dgm:pt modelId="{26A6A303-1851-4BE3-B7B8-1B0EBAD2C6E5}" type="sibTrans" cxnId="{C6B93D6E-6CE5-427F-ADD4-3AD68201E4C5}">
      <dgm:prSet/>
      <dgm:spPr/>
      <dgm:t>
        <a:bodyPr/>
        <a:lstStyle/>
        <a:p>
          <a:endParaRPr lang="en-US"/>
        </a:p>
      </dgm:t>
    </dgm:pt>
    <dgm:pt modelId="{5248018E-FD81-479E-A513-0E02CCCAC6AA}" type="pres">
      <dgm:prSet presAssocID="{2BD571B6-A826-458A-BEC6-0C1B344C5546}" presName="root" presStyleCnt="0">
        <dgm:presLayoutVars>
          <dgm:dir/>
          <dgm:resizeHandles val="exact"/>
        </dgm:presLayoutVars>
      </dgm:prSet>
      <dgm:spPr/>
    </dgm:pt>
    <dgm:pt modelId="{CCA08F4C-08C1-4E5A-8CA8-EEF38044E034}" type="pres">
      <dgm:prSet presAssocID="{0FF6A42F-9139-4125-8549-6DED7FFB0178}" presName="compNode" presStyleCnt="0"/>
      <dgm:spPr/>
    </dgm:pt>
    <dgm:pt modelId="{70CC303F-09CB-4EC0-9C1D-E6E6A8C71AEC}" type="pres">
      <dgm:prSet presAssocID="{0FF6A42F-9139-4125-8549-6DED7FFB0178}" presName="bgRect" presStyleLbl="bgShp" presStyleIdx="0" presStyleCnt="6"/>
      <dgm:spPr/>
    </dgm:pt>
    <dgm:pt modelId="{6E36B0B1-6CEF-4277-A61A-E67568554B66}" type="pres">
      <dgm:prSet presAssocID="{0FF6A42F-9139-4125-8549-6DED7FFB0178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B28E8F6B-DCE5-427C-A18D-2283B4308254}" type="pres">
      <dgm:prSet presAssocID="{0FF6A42F-9139-4125-8549-6DED7FFB0178}" presName="spaceRect" presStyleCnt="0"/>
      <dgm:spPr/>
    </dgm:pt>
    <dgm:pt modelId="{ECA45FA6-02D4-46C3-A1EE-AF98BA903680}" type="pres">
      <dgm:prSet presAssocID="{0FF6A42F-9139-4125-8549-6DED7FFB0178}" presName="parTx" presStyleLbl="revTx" presStyleIdx="0" presStyleCnt="6">
        <dgm:presLayoutVars>
          <dgm:chMax val="0"/>
          <dgm:chPref val="0"/>
        </dgm:presLayoutVars>
      </dgm:prSet>
      <dgm:spPr/>
    </dgm:pt>
    <dgm:pt modelId="{777A98D0-08F4-4BE1-B0E9-EB93825F8925}" type="pres">
      <dgm:prSet presAssocID="{C2EDEEA9-64E0-41BE-92A7-10C2CAE797B2}" presName="sibTrans" presStyleCnt="0"/>
      <dgm:spPr/>
    </dgm:pt>
    <dgm:pt modelId="{39D5F84E-07A5-4B56-9FC9-B940943D98D9}" type="pres">
      <dgm:prSet presAssocID="{0F51333E-1D71-4330-8896-62FAF72A34FC}" presName="compNode" presStyleCnt="0"/>
      <dgm:spPr/>
    </dgm:pt>
    <dgm:pt modelId="{CCCBF992-0E7A-42A5-9521-E24DDC92E27A}" type="pres">
      <dgm:prSet presAssocID="{0F51333E-1D71-4330-8896-62FAF72A34FC}" presName="bgRect" presStyleLbl="bgShp" presStyleIdx="1" presStyleCnt="6"/>
      <dgm:spPr/>
    </dgm:pt>
    <dgm:pt modelId="{64163B03-E019-41B7-839C-6EA285262E1A}" type="pres">
      <dgm:prSet presAssocID="{0F51333E-1D71-4330-8896-62FAF72A34FC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4F70B29-DC3D-4A63-ABEB-58A6E845C288}" type="pres">
      <dgm:prSet presAssocID="{0F51333E-1D71-4330-8896-62FAF72A34FC}" presName="spaceRect" presStyleCnt="0"/>
      <dgm:spPr/>
    </dgm:pt>
    <dgm:pt modelId="{9EB846B3-B729-4821-A41F-D2FDB96900F9}" type="pres">
      <dgm:prSet presAssocID="{0F51333E-1D71-4330-8896-62FAF72A34FC}" presName="parTx" presStyleLbl="revTx" presStyleIdx="1" presStyleCnt="6">
        <dgm:presLayoutVars>
          <dgm:chMax val="0"/>
          <dgm:chPref val="0"/>
        </dgm:presLayoutVars>
      </dgm:prSet>
      <dgm:spPr/>
    </dgm:pt>
    <dgm:pt modelId="{3A23D1D9-A2CB-4D06-937F-17F32C2ECA6A}" type="pres">
      <dgm:prSet presAssocID="{CF09510F-4B22-4A5C-82C3-BBBEE89754BE}" presName="sibTrans" presStyleCnt="0"/>
      <dgm:spPr/>
    </dgm:pt>
    <dgm:pt modelId="{82666972-AE40-4713-9324-3D4B46C4D4A0}" type="pres">
      <dgm:prSet presAssocID="{70E07D4B-41DF-487D-AD81-EEEE4B7037A6}" presName="compNode" presStyleCnt="0"/>
      <dgm:spPr/>
    </dgm:pt>
    <dgm:pt modelId="{60D34FFA-5F5D-4814-9869-D33E26560B23}" type="pres">
      <dgm:prSet presAssocID="{70E07D4B-41DF-487D-AD81-EEEE4B7037A6}" presName="bgRect" presStyleLbl="bgShp" presStyleIdx="2" presStyleCnt="6"/>
      <dgm:spPr/>
    </dgm:pt>
    <dgm:pt modelId="{62D2451E-7E2E-484F-822F-EBB3AB595870}" type="pres">
      <dgm:prSet presAssocID="{70E07D4B-41DF-487D-AD81-EEEE4B7037A6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DC60A81A-8E87-4A04-A2D4-43E5D1BC8BEA}" type="pres">
      <dgm:prSet presAssocID="{70E07D4B-41DF-487D-AD81-EEEE4B7037A6}" presName="spaceRect" presStyleCnt="0"/>
      <dgm:spPr/>
    </dgm:pt>
    <dgm:pt modelId="{B054431D-9337-4315-A60A-B794EC5D373C}" type="pres">
      <dgm:prSet presAssocID="{70E07D4B-41DF-487D-AD81-EEEE4B7037A6}" presName="parTx" presStyleLbl="revTx" presStyleIdx="2" presStyleCnt="6">
        <dgm:presLayoutVars>
          <dgm:chMax val="0"/>
          <dgm:chPref val="0"/>
        </dgm:presLayoutVars>
      </dgm:prSet>
      <dgm:spPr/>
    </dgm:pt>
    <dgm:pt modelId="{B2D096F6-55AD-4A5E-A6C1-A480E6330AAF}" type="pres">
      <dgm:prSet presAssocID="{27E464B0-F712-45CB-ADAA-9D375AFE45EF}" presName="sibTrans" presStyleCnt="0"/>
      <dgm:spPr/>
    </dgm:pt>
    <dgm:pt modelId="{006A60FC-36DE-4639-80DC-04F9B8559D38}" type="pres">
      <dgm:prSet presAssocID="{C9EEB522-C16E-4F8C-BBFD-51DCEF1206DC}" presName="compNode" presStyleCnt="0"/>
      <dgm:spPr/>
    </dgm:pt>
    <dgm:pt modelId="{8293C481-1754-48EB-85A4-75AD080419CA}" type="pres">
      <dgm:prSet presAssocID="{C9EEB522-C16E-4F8C-BBFD-51DCEF1206DC}" presName="bgRect" presStyleLbl="bgShp" presStyleIdx="3" presStyleCnt="6"/>
      <dgm:spPr/>
    </dgm:pt>
    <dgm:pt modelId="{C20CC607-D1B4-4928-A37B-545FEF9BB540}" type="pres">
      <dgm:prSet presAssocID="{C9EEB522-C16E-4F8C-BBFD-51DCEF1206DC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8B8DF09A-3427-4819-88A5-667E7A4B86B7}" type="pres">
      <dgm:prSet presAssocID="{C9EEB522-C16E-4F8C-BBFD-51DCEF1206DC}" presName="spaceRect" presStyleCnt="0"/>
      <dgm:spPr/>
    </dgm:pt>
    <dgm:pt modelId="{8CEF5EF7-65F5-41F9-AEF1-38667891E37A}" type="pres">
      <dgm:prSet presAssocID="{C9EEB522-C16E-4F8C-BBFD-51DCEF1206DC}" presName="parTx" presStyleLbl="revTx" presStyleIdx="3" presStyleCnt="6">
        <dgm:presLayoutVars>
          <dgm:chMax val="0"/>
          <dgm:chPref val="0"/>
        </dgm:presLayoutVars>
      </dgm:prSet>
      <dgm:spPr/>
    </dgm:pt>
    <dgm:pt modelId="{DDCBC590-B568-40FD-BE89-94F5200F7757}" type="pres">
      <dgm:prSet presAssocID="{AA37F1C1-334E-4A50-A078-B64EF0D6E34D}" presName="sibTrans" presStyleCnt="0"/>
      <dgm:spPr/>
    </dgm:pt>
    <dgm:pt modelId="{04788B61-1BE2-4FB7-B590-93BF2DFEAFEE}" type="pres">
      <dgm:prSet presAssocID="{552539FB-E35D-4C6B-8A28-F1C768AAAFD0}" presName="compNode" presStyleCnt="0"/>
      <dgm:spPr/>
    </dgm:pt>
    <dgm:pt modelId="{C5CCC63B-BC17-4AED-A091-3C69627A19FB}" type="pres">
      <dgm:prSet presAssocID="{552539FB-E35D-4C6B-8A28-F1C768AAAFD0}" presName="bgRect" presStyleLbl="bgShp" presStyleIdx="4" presStyleCnt="6"/>
      <dgm:spPr/>
    </dgm:pt>
    <dgm:pt modelId="{EA9A73AB-6C95-421E-8B81-100CBF9C496F}" type="pres">
      <dgm:prSet presAssocID="{552539FB-E35D-4C6B-8A28-F1C768AAAFD0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F9773F8-8C88-493D-8E9D-B75045533408}" type="pres">
      <dgm:prSet presAssocID="{552539FB-E35D-4C6B-8A28-F1C768AAAFD0}" presName="spaceRect" presStyleCnt="0"/>
      <dgm:spPr/>
    </dgm:pt>
    <dgm:pt modelId="{CB139CC6-F4C6-4359-BB00-B7ADFBF6751A}" type="pres">
      <dgm:prSet presAssocID="{552539FB-E35D-4C6B-8A28-F1C768AAAFD0}" presName="parTx" presStyleLbl="revTx" presStyleIdx="4" presStyleCnt="6">
        <dgm:presLayoutVars>
          <dgm:chMax val="0"/>
          <dgm:chPref val="0"/>
        </dgm:presLayoutVars>
      </dgm:prSet>
      <dgm:spPr/>
    </dgm:pt>
    <dgm:pt modelId="{592CA601-8D66-4EEF-A45E-1B06CEF4B6A3}" type="pres">
      <dgm:prSet presAssocID="{AD25019B-BB7B-493A-8447-335D938FFEB6}" presName="sibTrans" presStyleCnt="0"/>
      <dgm:spPr/>
    </dgm:pt>
    <dgm:pt modelId="{ACF11CB7-C34F-4B09-9C44-0090367C095A}" type="pres">
      <dgm:prSet presAssocID="{DA9B8199-681E-4498-9419-E80FB4CC7D21}" presName="compNode" presStyleCnt="0"/>
      <dgm:spPr/>
    </dgm:pt>
    <dgm:pt modelId="{0D4B89BF-A969-4BC7-A5C0-8BD48FD25513}" type="pres">
      <dgm:prSet presAssocID="{DA9B8199-681E-4498-9419-E80FB4CC7D21}" presName="bgRect" presStyleLbl="bgShp" presStyleIdx="5" presStyleCnt="6"/>
      <dgm:spPr/>
    </dgm:pt>
    <dgm:pt modelId="{C168AFA8-19C0-4DEC-8A1A-0F2C10DF6A86}" type="pres">
      <dgm:prSet presAssocID="{DA9B8199-681E-4498-9419-E80FB4CC7D21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7AD10AA1-74BB-413F-95A0-FA0F4B2E737F}" type="pres">
      <dgm:prSet presAssocID="{DA9B8199-681E-4498-9419-E80FB4CC7D21}" presName="spaceRect" presStyleCnt="0"/>
      <dgm:spPr/>
    </dgm:pt>
    <dgm:pt modelId="{5CF591FD-4253-4E9A-8C6C-43F4EBA00622}" type="pres">
      <dgm:prSet presAssocID="{DA9B8199-681E-4498-9419-E80FB4CC7D21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1861EF06-D663-40D1-85C8-67A97A1975B2}" type="presOf" srcId="{DA9B8199-681E-4498-9419-E80FB4CC7D21}" destId="{5CF591FD-4253-4E9A-8C6C-43F4EBA00622}" srcOrd="0" destOrd="0" presId="urn:microsoft.com/office/officeart/2018/2/layout/IconVerticalSolidList"/>
    <dgm:cxn modelId="{BE8E4726-1105-4E29-9655-820694C398EB}" srcId="{2BD571B6-A826-458A-BEC6-0C1B344C5546}" destId="{0FF6A42F-9139-4125-8549-6DED7FFB0178}" srcOrd="0" destOrd="0" parTransId="{7A904007-F5E1-4EFD-8EE3-821767F971AD}" sibTransId="{C2EDEEA9-64E0-41BE-92A7-10C2CAE797B2}"/>
    <dgm:cxn modelId="{785B682A-E31B-4159-B3E7-9BAD954648B9}" type="presOf" srcId="{C9EEB522-C16E-4F8C-BBFD-51DCEF1206DC}" destId="{8CEF5EF7-65F5-41F9-AEF1-38667891E37A}" srcOrd="0" destOrd="0" presId="urn:microsoft.com/office/officeart/2018/2/layout/IconVerticalSolidList"/>
    <dgm:cxn modelId="{29E56A49-3F57-4A87-916E-AA0269130DBC}" type="presOf" srcId="{552539FB-E35D-4C6B-8A28-F1C768AAAFD0}" destId="{CB139CC6-F4C6-4359-BB00-B7ADFBF6751A}" srcOrd="0" destOrd="0" presId="urn:microsoft.com/office/officeart/2018/2/layout/IconVerticalSolidList"/>
    <dgm:cxn modelId="{C6B93D6E-6CE5-427F-ADD4-3AD68201E4C5}" srcId="{2BD571B6-A826-458A-BEC6-0C1B344C5546}" destId="{DA9B8199-681E-4498-9419-E80FB4CC7D21}" srcOrd="5" destOrd="0" parTransId="{A1711054-2E48-44ED-B63F-C2E6CDB4DA34}" sibTransId="{26A6A303-1851-4BE3-B7B8-1B0EBAD2C6E5}"/>
    <dgm:cxn modelId="{0D6CF54F-5C78-4676-A2AB-AFF93D53969C}" type="presOf" srcId="{0FF6A42F-9139-4125-8549-6DED7FFB0178}" destId="{ECA45FA6-02D4-46C3-A1EE-AF98BA903680}" srcOrd="0" destOrd="0" presId="urn:microsoft.com/office/officeart/2018/2/layout/IconVerticalSolidList"/>
    <dgm:cxn modelId="{DCF2B67C-54CB-4454-B439-2AA7DEA80443}" type="presOf" srcId="{70E07D4B-41DF-487D-AD81-EEEE4B7037A6}" destId="{B054431D-9337-4315-A60A-B794EC5D373C}" srcOrd="0" destOrd="0" presId="urn:microsoft.com/office/officeart/2018/2/layout/IconVerticalSolidList"/>
    <dgm:cxn modelId="{52AE198A-3477-4608-8AE6-64DA7E3EE941}" type="presOf" srcId="{2BD571B6-A826-458A-BEC6-0C1B344C5546}" destId="{5248018E-FD81-479E-A513-0E02CCCAC6AA}" srcOrd="0" destOrd="0" presId="urn:microsoft.com/office/officeart/2018/2/layout/IconVerticalSolidList"/>
    <dgm:cxn modelId="{6A86749E-2925-47E2-A06C-5B3C283F7E40}" srcId="{2BD571B6-A826-458A-BEC6-0C1B344C5546}" destId="{C9EEB522-C16E-4F8C-BBFD-51DCEF1206DC}" srcOrd="3" destOrd="0" parTransId="{F5836906-1885-4789-8443-DFF9CA216A61}" sibTransId="{AA37F1C1-334E-4A50-A078-B64EF0D6E34D}"/>
    <dgm:cxn modelId="{7560C5B1-2D2F-4F25-83DC-A671D88BDC4B}" srcId="{2BD571B6-A826-458A-BEC6-0C1B344C5546}" destId="{70E07D4B-41DF-487D-AD81-EEEE4B7037A6}" srcOrd="2" destOrd="0" parTransId="{FBDE2412-B8DB-4B5F-B1B8-2CD41079AE15}" sibTransId="{27E464B0-F712-45CB-ADAA-9D375AFE45EF}"/>
    <dgm:cxn modelId="{3BC4ECB8-3120-4C2D-A76D-D6F87BE9755E}" type="presOf" srcId="{0F51333E-1D71-4330-8896-62FAF72A34FC}" destId="{9EB846B3-B729-4821-A41F-D2FDB96900F9}" srcOrd="0" destOrd="0" presId="urn:microsoft.com/office/officeart/2018/2/layout/IconVerticalSolidList"/>
    <dgm:cxn modelId="{16E5A7E8-6C33-4AB3-ABF1-3F9E4D6D03E1}" srcId="{2BD571B6-A826-458A-BEC6-0C1B344C5546}" destId="{0F51333E-1D71-4330-8896-62FAF72A34FC}" srcOrd="1" destOrd="0" parTransId="{58098BFC-8415-463A-A4F9-13A9B1F3A51B}" sibTransId="{CF09510F-4B22-4A5C-82C3-BBBEE89754BE}"/>
    <dgm:cxn modelId="{CB1D58F2-DB49-4531-A847-F959C0660117}" srcId="{2BD571B6-A826-458A-BEC6-0C1B344C5546}" destId="{552539FB-E35D-4C6B-8A28-F1C768AAAFD0}" srcOrd="4" destOrd="0" parTransId="{499CA072-3E50-45E4-AB67-8BA728148738}" sibTransId="{AD25019B-BB7B-493A-8447-335D938FFEB6}"/>
    <dgm:cxn modelId="{ABA74829-846A-4830-9C5A-F92710DDAAD4}" type="presParOf" srcId="{5248018E-FD81-479E-A513-0E02CCCAC6AA}" destId="{CCA08F4C-08C1-4E5A-8CA8-EEF38044E034}" srcOrd="0" destOrd="0" presId="urn:microsoft.com/office/officeart/2018/2/layout/IconVerticalSolidList"/>
    <dgm:cxn modelId="{0CDE13F4-E017-48FD-9E03-6C2EBC0D6E81}" type="presParOf" srcId="{CCA08F4C-08C1-4E5A-8CA8-EEF38044E034}" destId="{70CC303F-09CB-4EC0-9C1D-E6E6A8C71AEC}" srcOrd="0" destOrd="0" presId="urn:microsoft.com/office/officeart/2018/2/layout/IconVerticalSolidList"/>
    <dgm:cxn modelId="{FD81CB35-9016-422C-8EC5-967F9534B99A}" type="presParOf" srcId="{CCA08F4C-08C1-4E5A-8CA8-EEF38044E034}" destId="{6E36B0B1-6CEF-4277-A61A-E67568554B66}" srcOrd="1" destOrd="0" presId="urn:microsoft.com/office/officeart/2018/2/layout/IconVerticalSolidList"/>
    <dgm:cxn modelId="{D1926758-6967-4350-93B6-F164D74FAF2E}" type="presParOf" srcId="{CCA08F4C-08C1-4E5A-8CA8-EEF38044E034}" destId="{B28E8F6B-DCE5-427C-A18D-2283B4308254}" srcOrd="2" destOrd="0" presId="urn:microsoft.com/office/officeart/2018/2/layout/IconVerticalSolidList"/>
    <dgm:cxn modelId="{CD4AAC7D-9F7B-4D1B-8B4E-E3F313757899}" type="presParOf" srcId="{CCA08F4C-08C1-4E5A-8CA8-EEF38044E034}" destId="{ECA45FA6-02D4-46C3-A1EE-AF98BA903680}" srcOrd="3" destOrd="0" presId="urn:microsoft.com/office/officeart/2018/2/layout/IconVerticalSolidList"/>
    <dgm:cxn modelId="{6BD8CA35-62B8-493F-8303-1B0951802BFB}" type="presParOf" srcId="{5248018E-FD81-479E-A513-0E02CCCAC6AA}" destId="{777A98D0-08F4-4BE1-B0E9-EB93825F8925}" srcOrd="1" destOrd="0" presId="urn:microsoft.com/office/officeart/2018/2/layout/IconVerticalSolidList"/>
    <dgm:cxn modelId="{9D0702F3-73E0-47D7-9446-6FD6A0F13ACF}" type="presParOf" srcId="{5248018E-FD81-479E-A513-0E02CCCAC6AA}" destId="{39D5F84E-07A5-4B56-9FC9-B940943D98D9}" srcOrd="2" destOrd="0" presId="urn:microsoft.com/office/officeart/2018/2/layout/IconVerticalSolidList"/>
    <dgm:cxn modelId="{241254BA-4E2C-4FAD-9121-BB8FB08EA0CC}" type="presParOf" srcId="{39D5F84E-07A5-4B56-9FC9-B940943D98D9}" destId="{CCCBF992-0E7A-42A5-9521-E24DDC92E27A}" srcOrd="0" destOrd="0" presId="urn:microsoft.com/office/officeart/2018/2/layout/IconVerticalSolidList"/>
    <dgm:cxn modelId="{7C6BE10A-25B6-4E77-80F3-792D8CB25732}" type="presParOf" srcId="{39D5F84E-07A5-4B56-9FC9-B940943D98D9}" destId="{64163B03-E019-41B7-839C-6EA285262E1A}" srcOrd="1" destOrd="0" presId="urn:microsoft.com/office/officeart/2018/2/layout/IconVerticalSolidList"/>
    <dgm:cxn modelId="{42D13B27-FFD2-4C85-8E55-67C7576F8946}" type="presParOf" srcId="{39D5F84E-07A5-4B56-9FC9-B940943D98D9}" destId="{64F70B29-DC3D-4A63-ABEB-58A6E845C288}" srcOrd="2" destOrd="0" presId="urn:microsoft.com/office/officeart/2018/2/layout/IconVerticalSolidList"/>
    <dgm:cxn modelId="{209589DA-3E6C-4393-945B-48AF41A670D4}" type="presParOf" srcId="{39D5F84E-07A5-4B56-9FC9-B940943D98D9}" destId="{9EB846B3-B729-4821-A41F-D2FDB96900F9}" srcOrd="3" destOrd="0" presId="urn:microsoft.com/office/officeart/2018/2/layout/IconVerticalSolidList"/>
    <dgm:cxn modelId="{94ACA4F6-3C07-48A8-8272-5F8A4FAB88A0}" type="presParOf" srcId="{5248018E-FD81-479E-A513-0E02CCCAC6AA}" destId="{3A23D1D9-A2CB-4D06-937F-17F32C2ECA6A}" srcOrd="3" destOrd="0" presId="urn:microsoft.com/office/officeart/2018/2/layout/IconVerticalSolidList"/>
    <dgm:cxn modelId="{AB61C374-4510-4DCB-831C-7EB5F3415687}" type="presParOf" srcId="{5248018E-FD81-479E-A513-0E02CCCAC6AA}" destId="{82666972-AE40-4713-9324-3D4B46C4D4A0}" srcOrd="4" destOrd="0" presId="urn:microsoft.com/office/officeart/2018/2/layout/IconVerticalSolidList"/>
    <dgm:cxn modelId="{0E958608-F325-4706-AB73-5E6E3D6E927F}" type="presParOf" srcId="{82666972-AE40-4713-9324-3D4B46C4D4A0}" destId="{60D34FFA-5F5D-4814-9869-D33E26560B23}" srcOrd="0" destOrd="0" presId="urn:microsoft.com/office/officeart/2018/2/layout/IconVerticalSolidList"/>
    <dgm:cxn modelId="{34950CF3-86ED-4006-BBF1-912E8E0CD106}" type="presParOf" srcId="{82666972-AE40-4713-9324-3D4B46C4D4A0}" destId="{62D2451E-7E2E-484F-822F-EBB3AB595870}" srcOrd="1" destOrd="0" presId="urn:microsoft.com/office/officeart/2018/2/layout/IconVerticalSolidList"/>
    <dgm:cxn modelId="{4EC04A64-B4C7-4E8F-AC2C-B6D1A5A491FA}" type="presParOf" srcId="{82666972-AE40-4713-9324-3D4B46C4D4A0}" destId="{DC60A81A-8E87-4A04-A2D4-43E5D1BC8BEA}" srcOrd="2" destOrd="0" presId="urn:microsoft.com/office/officeart/2018/2/layout/IconVerticalSolidList"/>
    <dgm:cxn modelId="{F343129A-BE79-460B-9EE3-49AF1A8FC758}" type="presParOf" srcId="{82666972-AE40-4713-9324-3D4B46C4D4A0}" destId="{B054431D-9337-4315-A60A-B794EC5D373C}" srcOrd="3" destOrd="0" presId="urn:microsoft.com/office/officeart/2018/2/layout/IconVerticalSolidList"/>
    <dgm:cxn modelId="{ABAF9E88-0916-49D8-9D0A-FA5F592B0CE8}" type="presParOf" srcId="{5248018E-FD81-479E-A513-0E02CCCAC6AA}" destId="{B2D096F6-55AD-4A5E-A6C1-A480E6330AAF}" srcOrd="5" destOrd="0" presId="urn:microsoft.com/office/officeart/2018/2/layout/IconVerticalSolidList"/>
    <dgm:cxn modelId="{7B2282C9-C39F-4AA3-8451-25C07585AB5D}" type="presParOf" srcId="{5248018E-FD81-479E-A513-0E02CCCAC6AA}" destId="{006A60FC-36DE-4639-80DC-04F9B8559D38}" srcOrd="6" destOrd="0" presId="urn:microsoft.com/office/officeart/2018/2/layout/IconVerticalSolidList"/>
    <dgm:cxn modelId="{B43F886E-B510-49BB-9B47-AF1B4165000F}" type="presParOf" srcId="{006A60FC-36DE-4639-80DC-04F9B8559D38}" destId="{8293C481-1754-48EB-85A4-75AD080419CA}" srcOrd="0" destOrd="0" presId="urn:microsoft.com/office/officeart/2018/2/layout/IconVerticalSolidList"/>
    <dgm:cxn modelId="{EE771142-E1D6-4AFF-B0A2-7B2BF06B0A59}" type="presParOf" srcId="{006A60FC-36DE-4639-80DC-04F9B8559D38}" destId="{C20CC607-D1B4-4928-A37B-545FEF9BB540}" srcOrd="1" destOrd="0" presId="urn:microsoft.com/office/officeart/2018/2/layout/IconVerticalSolidList"/>
    <dgm:cxn modelId="{DF1679F3-47A0-45CA-B8AE-0E76590240DB}" type="presParOf" srcId="{006A60FC-36DE-4639-80DC-04F9B8559D38}" destId="{8B8DF09A-3427-4819-88A5-667E7A4B86B7}" srcOrd="2" destOrd="0" presId="urn:microsoft.com/office/officeart/2018/2/layout/IconVerticalSolidList"/>
    <dgm:cxn modelId="{F1103335-65D5-4794-9113-55DC131E9C52}" type="presParOf" srcId="{006A60FC-36DE-4639-80DC-04F9B8559D38}" destId="{8CEF5EF7-65F5-41F9-AEF1-38667891E37A}" srcOrd="3" destOrd="0" presId="urn:microsoft.com/office/officeart/2018/2/layout/IconVerticalSolidList"/>
    <dgm:cxn modelId="{ADFC4046-45DB-4D58-9E60-B2AC0F91E6F4}" type="presParOf" srcId="{5248018E-FD81-479E-A513-0E02CCCAC6AA}" destId="{DDCBC590-B568-40FD-BE89-94F5200F7757}" srcOrd="7" destOrd="0" presId="urn:microsoft.com/office/officeart/2018/2/layout/IconVerticalSolidList"/>
    <dgm:cxn modelId="{1A43D7AA-450E-48D3-BB7D-7D45EFF6A2F6}" type="presParOf" srcId="{5248018E-FD81-479E-A513-0E02CCCAC6AA}" destId="{04788B61-1BE2-4FB7-B590-93BF2DFEAFEE}" srcOrd="8" destOrd="0" presId="urn:microsoft.com/office/officeart/2018/2/layout/IconVerticalSolidList"/>
    <dgm:cxn modelId="{52F34473-090C-4F0A-9B25-B755124F3EB0}" type="presParOf" srcId="{04788B61-1BE2-4FB7-B590-93BF2DFEAFEE}" destId="{C5CCC63B-BC17-4AED-A091-3C69627A19FB}" srcOrd="0" destOrd="0" presId="urn:microsoft.com/office/officeart/2018/2/layout/IconVerticalSolidList"/>
    <dgm:cxn modelId="{71AA2CA5-8138-48BA-AB1A-08AFA114A38F}" type="presParOf" srcId="{04788B61-1BE2-4FB7-B590-93BF2DFEAFEE}" destId="{EA9A73AB-6C95-421E-8B81-100CBF9C496F}" srcOrd="1" destOrd="0" presId="urn:microsoft.com/office/officeart/2018/2/layout/IconVerticalSolidList"/>
    <dgm:cxn modelId="{CA38D9D9-B087-46B1-9397-4937F2DAA4ED}" type="presParOf" srcId="{04788B61-1BE2-4FB7-B590-93BF2DFEAFEE}" destId="{7F9773F8-8C88-493D-8E9D-B75045533408}" srcOrd="2" destOrd="0" presId="urn:microsoft.com/office/officeart/2018/2/layout/IconVerticalSolidList"/>
    <dgm:cxn modelId="{7A5D7548-2B5A-4EBB-A214-BF415F1C3895}" type="presParOf" srcId="{04788B61-1BE2-4FB7-B590-93BF2DFEAFEE}" destId="{CB139CC6-F4C6-4359-BB00-B7ADFBF6751A}" srcOrd="3" destOrd="0" presId="urn:microsoft.com/office/officeart/2018/2/layout/IconVerticalSolidList"/>
    <dgm:cxn modelId="{921064FE-E479-4528-BC6C-0214EACD8859}" type="presParOf" srcId="{5248018E-FD81-479E-A513-0E02CCCAC6AA}" destId="{592CA601-8D66-4EEF-A45E-1B06CEF4B6A3}" srcOrd="9" destOrd="0" presId="urn:microsoft.com/office/officeart/2018/2/layout/IconVerticalSolidList"/>
    <dgm:cxn modelId="{7D7BC11F-E7F7-459B-BEFA-5318DEE084F0}" type="presParOf" srcId="{5248018E-FD81-479E-A513-0E02CCCAC6AA}" destId="{ACF11CB7-C34F-4B09-9C44-0090367C095A}" srcOrd="10" destOrd="0" presId="urn:microsoft.com/office/officeart/2018/2/layout/IconVerticalSolidList"/>
    <dgm:cxn modelId="{1093A142-0307-49F7-A316-8509ECF3FDA4}" type="presParOf" srcId="{ACF11CB7-C34F-4B09-9C44-0090367C095A}" destId="{0D4B89BF-A969-4BC7-A5C0-8BD48FD25513}" srcOrd="0" destOrd="0" presId="urn:microsoft.com/office/officeart/2018/2/layout/IconVerticalSolidList"/>
    <dgm:cxn modelId="{475E634F-E622-41C7-8118-E8F4738AB4CE}" type="presParOf" srcId="{ACF11CB7-C34F-4B09-9C44-0090367C095A}" destId="{C168AFA8-19C0-4DEC-8A1A-0F2C10DF6A86}" srcOrd="1" destOrd="0" presId="urn:microsoft.com/office/officeart/2018/2/layout/IconVerticalSolidList"/>
    <dgm:cxn modelId="{50A4B975-721E-41CE-8F2E-1A9A13F36E9C}" type="presParOf" srcId="{ACF11CB7-C34F-4B09-9C44-0090367C095A}" destId="{7AD10AA1-74BB-413F-95A0-FA0F4B2E737F}" srcOrd="2" destOrd="0" presId="urn:microsoft.com/office/officeart/2018/2/layout/IconVerticalSolidList"/>
    <dgm:cxn modelId="{BCDD8541-290E-4799-9FC1-A6CF8CC948EC}" type="presParOf" srcId="{ACF11CB7-C34F-4B09-9C44-0090367C095A}" destId="{5CF591FD-4253-4E9A-8C6C-43F4EBA0062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988DB88-2117-4B2E-B75F-0B77028D5C2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9A16D4-FE13-4A1E-9775-0B9AEBB58F0D}">
      <dgm:prSet/>
      <dgm:spPr/>
      <dgm:t>
        <a:bodyPr/>
        <a:lstStyle/>
        <a:p>
          <a:r>
            <a:rPr lang="en-US"/>
            <a:t>Datasets Used:</a:t>
          </a:r>
        </a:p>
      </dgm:t>
    </dgm:pt>
    <dgm:pt modelId="{180B1624-A2B3-405F-8F4D-0A2C058B8E03}" type="parTrans" cxnId="{30097922-EE5D-4534-A2E1-A8C0CA6438EE}">
      <dgm:prSet/>
      <dgm:spPr/>
      <dgm:t>
        <a:bodyPr/>
        <a:lstStyle/>
        <a:p>
          <a:endParaRPr lang="en-US"/>
        </a:p>
      </dgm:t>
    </dgm:pt>
    <dgm:pt modelId="{81608C48-5B4D-4BBE-9D5C-F9E3C36FFEB8}" type="sibTrans" cxnId="{30097922-EE5D-4534-A2E1-A8C0CA6438EE}">
      <dgm:prSet/>
      <dgm:spPr/>
      <dgm:t>
        <a:bodyPr/>
        <a:lstStyle/>
        <a:p>
          <a:endParaRPr lang="en-US"/>
        </a:p>
      </dgm:t>
    </dgm:pt>
    <dgm:pt modelId="{23346D07-9911-4EB6-A5A3-A127E6966B53}">
      <dgm:prSet/>
      <dgm:spPr/>
      <dgm:t>
        <a:bodyPr/>
        <a:lstStyle/>
        <a:p>
          <a:r>
            <a:rPr lang="en-US"/>
            <a:t>• Dataset 1</a:t>
          </a:r>
        </a:p>
      </dgm:t>
    </dgm:pt>
    <dgm:pt modelId="{DD8EC2BE-7BDD-447A-8ED2-512F70FDB664}" type="parTrans" cxnId="{77006C6B-13EF-4B04-AC5E-D13FE118C8FC}">
      <dgm:prSet/>
      <dgm:spPr/>
      <dgm:t>
        <a:bodyPr/>
        <a:lstStyle/>
        <a:p>
          <a:endParaRPr lang="en-US"/>
        </a:p>
      </dgm:t>
    </dgm:pt>
    <dgm:pt modelId="{8EE30863-CADE-4C09-858D-F04C518E8F32}" type="sibTrans" cxnId="{77006C6B-13EF-4B04-AC5E-D13FE118C8FC}">
      <dgm:prSet/>
      <dgm:spPr/>
      <dgm:t>
        <a:bodyPr/>
        <a:lstStyle/>
        <a:p>
          <a:endParaRPr lang="en-US"/>
        </a:p>
      </dgm:t>
    </dgm:pt>
    <dgm:pt modelId="{18619128-653E-4527-9CFF-0F648F2E55AC}">
      <dgm:prSet/>
      <dgm:spPr/>
      <dgm:t>
        <a:bodyPr/>
        <a:lstStyle/>
        <a:p>
          <a:r>
            <a:rPr lang="en-US"/>
            <a:t>• Dataset 2</a:t>
          </a:r>
        </a:p>
      </dgm:t>
    </dgm:pt>
    <dgm:pt modelId="{FECF50BE-880B-436B-80AA-BD5F210A6A3E}" type="parTrans" cxnId="{12585D8D-D543-43EA-8861-C00E18D02788}">
      <dgm:prSet/>
      <dgm:spPr/>
      <dgm:t>
        <a:bodyPr/>
        <a:lstStyle/>
        <a:p>
          <a:endParaRPr lang="en-US"/>
        </a:p>
      </dgm:t>
    </dgm:pt>
    <dgm:pt modelId="{C051CA07-114C-4957-970B-908CCDA1F9B9}" type="sibTrans" cxnId="{12585D8D-D543-43EA-8861-C00E18D02788}">
      <dgm:prSet/>
      <dgm:spPr/>
      <dgm:t>
        <a:bodyPr/>
        <a:lstStyle/>
        <a:p>
          <a:endParaRPr lang="en-US"/>
        </a:p>
      </dgm:t>
    </dgm:pt>
    <dgm:pt modelId="{5EEEE18C-5A2D-4F46-9693-51461D0A459D}">
      <dgm:prSet/>
      <dgm:spPr/>
      <dgm:t>
        <a:bodyPr/>
        <a:lstStyle/>
        <a:p>
          <a:r>
            <a:rPr lang="en-US"/>
            <a:t>• Dataset 3</a:t>
          </a:r>
        </a:p>
      </dgm:t>
    </dgm:pt>
    <dgm:pt modelId="{CFE87F3B-EC05-448D-99E5-A594851D1B68}" type="parTrans" cxnId="{1F2B093C-DC45-48F3-9394-98898CAD652B}">
      <dgm:prSet/>
      <dgm:spPr/>
      <dgm:t>
        <a:bodyPr/>
        <a:lstStyle/>
        <a:p>
          <a:endParaRPr lang="en-US"/>
        </a:p>
      </dgm:t>
    </dgm:pt>
    <dgm:pt modelId="{60FC6778-49B3-4773-B307-CFA489156320}" type="sibTrans" cxnId="{1F2B093C-DC45-48F3-9394-98898CAD652B}">
      <dgm:prSet/>
      <dgm:spPr/>
      <dgm:t>
        <a:bodyPr/>
        <a:lstStyle/>
        <a:p>
          <a:endParaRPr lang="en-US"/>
        </a:p>
      </dgm:t>
    </dgm:pt>
    <dgm:pt modelId="{EC5E2B8D-7622-4EB6-902E-16C65DA0E52C}">
      <dgm:prSet/>
      <dgm:spPr/>
      <dgm:t>
        <a:bodyPr/>
        <a:lstStyle/>
        <a:p>
          <a:r>
            <a:rPr lang="en-US"/>
            <a:t>Important Columns:</a:t>
          </a:r>
        </a:p>
      </dgm:t>
    </dgm:pt>
    <dgm:pt modelId="{9562092F-908A-4EB9-9CB9-AE25EC4BD936}" type="parTrans" cxnId="{76D18224-C0BF-44B7-84F5-B0CD586FF67B}">
      <dgm:prSet/>
      <dgm:spPr/>
      <dgm:t>
        <a:bodyPr/>
        <a:lstStyle/>
        <a:p>
          <a:endParaRPr lang="en-US"/>
        </a:p>
      </dgm:t>
    </dgm:pt>
    <dgm:pt modelId="{BEC2D796-435F-47CE-A19D-A433896EEEC7}" type="sibTrans" cxnId="{76D18224-C0BF-44B7-84F5-B0CD586FF67B}">
      <dgm:prSet/>
      <dgm:spPr/>
      <dgm:t>
        <a:bodyPr/>
        <a:lstStyle/>
        <a:p>
          <a:endParaRPr lang="en-US"/>
        </a:p>
      </dgm:t>
    </dgm:pt>
    <dgm:pt modelId="{2A28C173-9E69-4106-8AF4-8A2240165BCA}">
      <dgm:prSet/>
      <dgm:spPr/>
      <dgm:t>
        <a:bodyPr/>
        <a:lstStyle/>
        <a:p>
          <a:r>
            <a:rPr lang="en-US"/>
            <a:t>• Date</a:t>
          </a:r>
        </a:p>
      </dgm:t>
    </dgm:pt>
    <dgm:pt modelId="{A3429E14-76C4-427A-8CAD-B945C1B1E9C7}" type="parTrans" cxnId="{1B89B874-157E-4382-B228-4417FBD28674}">
      <dgm:prSet/>
      <dgm:spPr/>
      <dgm:t>
        <a:bodyPr/>
        <a:lstStyle/>
        <a:p>
          <a:endParaRPr lang="en-US"/>
        </a:p>
      </dgm:t>
    </dgm:pt>
    <dgm:pt modelId="{2D78F8C0-13D6-4106-BE6E-D442F898EB6B}" type="sibTrans" cxnId="{1B89B874-157E-4382-B228-4417FBD28674}">
      <dgm:prSet/>
      <dgm:spPr/>
      <dgm:t>
        <a:bodyPr/>
        <a:lstStyle/>
        <a:p>
          <a:endParaRPr lang="en-US"/>
        </a:p>
      </dgm:t>
    </dgm:pt>
    <dgm:pt modelId="{859ECD87-36EC-4DD5-BAEF-C6054DBF8017}">
      <dgm:prSet/>
      <dgm:spPr/>
      <dgm:t>
        <a:bodyPr/>
        <a:lstStyle/>
        <a:p>
          <a:r>
            <a:rPr lang="en-US"/>
            <a:t>• Hour</a:t>
          </a:r>
        </a:p>
      </dgm:t>
    </dgm:pt>
    <dgm:pt modelId="{2F17D5AF-2F75-4261-8286-774C4DB41A80}" type="parTrans" cxnId="{8B68D1A3-B847-4E0A-93A6-6FE65CCE362D}">
      <dgm:prSet/>
      <dgm:spPr/>
      <dgm:t>
        <a:bodyPr/>
        <a:lstStyle/>
        <a:p>
          <a:endParaRPr lang="en-US"/>
        </a:p>
      </dgm:t>
    </dgm:pt>
    <dgm:pt modelId="{16BDD8F5-B42A-4DA4-A492-A7F6B60B20DA}" type="sibTrans" cxnId="{8B68D1A3-B847-4E0A-93A6-6FE65CCE362D}">
      <dgm:prSet/>
      <dgm:spPr/>
      <dgm:t>
        <a:bodyPr/>
        <a:lstStyle/>
        <a:p>
          <a:endParaRPr lang="en-US"/>
        </a:p>
      </dgm:t>
    </dgm:pt>
    <dgm:pt modelId="{06B80B0C-C7DF-4876-83CB-CDDDE63BBA7D}">
      <dgm:prSet/>
      <dgm:spPr/>
      <dgm:t>
        <a:bodyPr/>
        <a:lstStyle/>
        <a:p>
          <a:r>
            <a:rPr lang="en-US"/>
            <a:t>• Temperature</a:t>
          </a:r>
        </a:p>
      </dgm:t>
    </dgm:pt>
    <dgm:pt modelId="{39290273-5740-4494-B363-CEDC2F50F6F4}" type="parTrans" cxnId="{1E19A28D-5088-4FB2-92DE-E9D108614D53}">
      <dgm:prSet/>
      <dgm:spPr/>
      <dgm:t>
        <a:bodyPr/>
        <a:lstStyle/>
        <a:p>
          <a:endParaRPr lang="en-US"/>
        </a:p>
      </dgm:t>
    </dgm:pt>
    <dgm:pt modelId="{443AB704-2070-4455-9019-9363A8243F00}" type="sibTrans" cxnId="{1E19A28D-5088-4FB2-92DE-E9D108614D53}">
      <dgm:prSet/>
      <dgm:spPr/>
      <dgm:t>
        <a:bodyPr/>
        <a:lstStyle/>
        <a:p>
          <a:endParaRPr lang="en-US"/>
        </a:p>
      </dgm:t>
    </dgm:pt>
    <dgm:pt modelId="{47E7D958-A02B-4024-A96B-04265F21302A}">
      <dgm:prSet/>
      <dgm:spPr/>
      <dgm:t>
        <a:bodyPr/>
        <a:lstStyle/>
        <a:p>
          <a:r>
            <a:rPr lang="en-US"/>
            <a:t>• Humidity</a:t>
          </a:r>
        </a:p>
      </dgm:t>
    </dgm:pt>
    <dgm:pt modelId="{C2D2DA33-0685-4DA7-A4C6-53B77E634F2B}" type="parTrans" cxnId="{77480B3E-E130-43E3-864E-85D089D9522F}">
      <dgm:prSet/>
      <dgm:spPr/>
      <dgm:t>
        <a:bodyPr/>
        <a:lstStyle/>
        <a:p>
          <a:endParaRPr lang="en-US"/>
        </a:p>
      </dgm:t>
    </dgm:pt>
    <dgm:pt modelId="{A0D4569A-9C2D-4ABD-A1D4-79C2BA60604B}" type="sibTrans" cxnId="{77480B3E-E130-43E3-864E-85D089D9522F}">
      <dgm:prSet/>
      <dgm:spPr/>
      <dgm:t>
        <a:bodyPr/>
        <a:lstStyle/>
        <a:p>
          <a:endParaRPr lang="en-US"/>
        </a:p>
      </dgm:t>
    </dgm:pt>
    <dgm:pt modelId="{0F359742-BCBA-4712-827B-10ED95EC343F}">
      <dgm:prSet/>
      <dgm:spPr/>
      <dgm:t>
        <a:bodyPr/>
        <a:lstStyle/>
        <a:p>
          <a:r>
            <a:rPr lang="en-US"/>
            <a:t>• User Count</a:t>
          </a:r>
        </a:p>
      </dgm:t>
    </dgm:pt>
    <dgm:pt modelId="{281D4BC1-45F7-49B1-8C74-045B3451962C}" type="parTrans" cxnId="{C46752E8-F0A5-4EDA-AF42-266A85FAD925}">
      <dgm:prSet/>
      <dgm:spPr/>
      <dgm:t>
        <a:bodyPr/>
        <a:lstStyle/>
        <a:p>
          <a:endParaRPr lang="en-US"/>
        </a:p>
      </dgm:t>
    </dgm:pt>
    <dgm:pt modelId="{79F29567-5097-4DFB-8362-16D621C4453C}" type="sibTrans" cxnId="{C46752E8-F0A5-4EDA-AF42-266A85FAD925}">
      <dgm:prSet/>
      <dgm:spPr/>
      <dgm:t>
        <a:bodyPr/>
        <a:lstStyle/>
        <a:p>
          <a:endParaRPr lang="en-US"/>
        </a:p>
      </dgm:t>
    </dgm:pt>
    <dgm:pt modelId="{3E55C7D9-AE0C-4F29-9934-D34039E60409}" type="pres">
      <dgm:prSet presAssocID="{A988DB88-2117-4B2E-B75F-0B77028D5C28}" presName="diagram" presStyleCnt="0">
        <dgm:presLayoutVars>
          <dgm:dir/>
          <dgm:resizeHandles val="exact"/>
        </dgm:presLayoutVars>
      </dgm:prSet>
      <dgm:spPr/>
    </dgm:pt>
    <dgm:pt modelId="{899AC69F-15DA-4911-9C26-79234AF237E4}" type="pres">
      <dgm:prSet presAssocID="{E39A16D4-FE13-4A1E-9775-0B9AEBB58F0D}" presName="node" presStyleLbl="node1" presStyleIdx="0" presStyleCnt="10">
        <dgm:presLayoutVars>
          <dgm:bulletEnabled val="1"/>
        </dgm:presLayoutVars>
      </dgm:prSet>
      <dgm:spPr/>
    </dgm:pt>
    <dgm:pt modelId="{58CEAC99-E646-4B6A-B08D-CA9B7B9CBDCC}" type="pres">
      <dgm:prSet presAssocID="{81608C48-5B4D-4BBE-9D5C-F9E3C36FFEB8}" presName="sibTrans" presStyleCnt="0"/>
      <dgm:spPr/>
    </dgm:pt>
    <dgm:pt modelId="{BA15EDF8-7155-4808-8791-8F86A9102499}" type="pres">
      <dgm:prSet presAssocID="{23346D07-9911-4EB6-A5A3-A127E6966B53}" presName="node" presStyleLbl="node1" presStyleIdx="1" presStyleCnt="10">
        <dgm:presLayoutVars>
          <dgm:bulletEnabled val="1"/>
        </dgm:presLayoutVars>
      </dgm:prSet>
      <dgm:spPr/>
    </dgm:pt>
    <dgm:pt modelId="{C8E6EBCB-29A4-4CA6-B986-55AE78C9D374}" type="pres">
      <dgm:prSet presAssocID="{8EE30863-CADE-4C09-858D-F04C518E8F32}" presName="sibTrans" presStyleCnt="0"/>
      <dgm:spPr/>
    </dgm:pt>
    <dgm:pt modelId="{C690A4FE-3DA0-400A-BF2C-1AED74189C73}" type="pres">
      <dgm:prSet presAssocID="{18619128-653E-4527-9CFF-0F648F2E55AC}" presName="node" presStyleLbl="node1" presStyleIdx="2" presStyleCnt="10">
        <dgm:presLayoutVars>
          <dgm:bulletEnabled val="1"/>
        </dgm:presLayoutVars>
      </dgm:prSet>
      <dgm:spPr/>
    </dgm:pt>
    <dgm:pt modelId="{E8901B07-DD17-4BE3-B69A-556236818F54}" type="pres">
      <dgm:prSet presAssocID="{C051CA07-114C-4957-970B-908CCDA1F9B9}" presName="sibTrans" presStyleCnt="0"/>
      <dgm:spPr/>
    </dgm:pt>
    <dgm:pt modelId="{9486935F-DB18-4B84-81F9-DBBAF5F17B0A}" type="pres">
      <dgm:prSet presAssocID="{5EEEE18C-5A2D-4F46-9693-51461D0A459D}" presName="node" presStyleLbl="node1" presStyleIdx="3" presStyleCnt="10">
        <dgm:presLayoutVars>
          <dgm:bulletEnabled val="1"/>
        </dgm:presLayoutVars>
      </dgm:prSet>
      <dgm:spPr/>
    </dgm:pt>
    <dgm:pt modelId="{292225ED-DCD5-4236-851A-4CB64660DCE5}" type="pres">
      <dgm:prSet presAssocID="{60FC6778-49B3-4773-B307-CFA489156320}" presName="sibTrans" presStyleCnt="0"/>
      <dgm:spPr/>
    </dgm:pt>
    <dgm:pt modelId="{9CABBBE5-B7BA-4DCC-BF9F-AC6684BC00E0}" type="pres">
      <dgm:prSet presAssocID="{EC5E2B8D-7622-4EB6-902E-16C65DA0E52C}" presName="node" presStyleLbl="node1" presStyleIdx="4" presStyleCnt="10">
        <dgm:presLayoutVars>
          <dgm:bulletEnabled val="1"/>
        </dgm:presLayoutVars>
      </dgm:prSet>
      <dgm:spPr/>
    </dgm:pt>
    <dgm:pt modelId="{200153BD-50F7-4619-ACB8-1D98A03A8AE6}" type="pres">
      <dgm:prSet presAssocID="{BEC2D796-435F-47CE-A19D-A433896EEEC7}" presName="sibTrans" presStyleCnt="0"/>
      <dgm:spPr/>
    </dgm:pt>
    <dgm:pt modelId="{30A62D82-4AF7-4FB8-9800-DF0D792D9F49}" type="pres">
      <dgm:prSet presAssocID="{2A28C173-9E69-4106-8AF4-8A2240165BCA}" presName="node" presStyleLbl="node1" presStyleIdx="5" presStyleCnt="10">
        <dgm:presLayoutVars>
          <dgm:bulletEnabled val="1"/>
        </dgm:presLayoutVars>
      </dgm:prSet>
      <dgm:spPr/>
    </dgm:pt>
    <dgm:pt modelId="{FB74F5FA-8144-498D-BF63-A901D19A4D00}" type="pres">
      <dgm:prSet presAssocID="{2D78F8C0-13D6-4106-BE6E-D442F898EB6B}" presName="sibTrans" presStyleCnt="0"/>
      <dgm:spPr/>
    </dgm:pt>
    <dgm:pt modelId="{630601D4-8D1E-46C0-9E4F-D93523F4C71F}" type="pres">
      <dgm:prSet presAssocID="{859ECD87-36EC-4DD5-BAEF-C6054DBF8017}" presName="node" presStyleLbl="node1" presStyleIdx="6" presStyleCnt="10">
        <dgm:presLayoutVars>
          <dgm:bulletEnabled val="1"/>
        </dgm:presLayoutVars>
      </dgm:prSet>
      <dgm:spPr/>
    </dgm:pt>
    <dgm:pt modelId="{2ACA596A-405F-4EB5-B789-62E59AC3BAF5}" type="pres">
      <dgm:prSet presAssocID="{16BDD8F5-B42A-4DA4-A492-A7F6B60B20DA}" presName="sibTrans" presStyleCnt="0"/>
      <dgm:spPr/>
    </dgm:pt>
    <dgm:pt modelId="{DFD7D350-6E45-4C5A-AF87-A5C448413E61}" type="pres">
      <dgm:prSet presAssocID="{06B80B0C-C7DF-4876-83CB-CDDDE63BBA7D}" presName="node" presStyleLbl="node1" presStyleIdx="7" presStyleCnt="10">
        <dgm:presLayoutVars>
          <dgm:bulletEnabled val="1"/>
        </dgm:presLayoutVars>
      </dgm:prSet>
      <dgm:spPr/>
    </dgm:pt>
    <dgm:pt modelId="{CE5E4B68-C28F-40ED-9FA4-0AF0E0D0022D}" type="pres">
      <dgm:prSet presAssocID="{443AB704-2070-4455-9019-9363A8243F00}" presName="sibTrans" presStyleCnt="0"/>
      <dgm:spPr/>
    </dgm:pt>
    <dgm:pt modelId="{2A6B0E51-A953-47B4-AA1E-5732C108CBC6}" type="pres">
      <dgm:prSet presAssocID="{47E7D958-A02B-4024-A96B-04265F21302A}" presName="node" presStyleLbl="node1" presStyleIdx="8" presStyleCnt="10">
        <dgm:presLayoutVars>
          <dgm:bulletEnabled val="1"/>
        </dgm:presLayoutVars>
      </dgm:prSet>
      <dgm:spPr/>
    </dgm:pt>
    <dgm:pt modelId="{90EA8856-0D3C-423A-8A87-945A6B5C479D}" type="pres">
      <dgm:prSet presAssocID="{A0D4569A-9C2D-4ABD-A1D4-79C2BA60604B}" presName="sibTrans" presStyleCnt="0"/>
      <dgm:spPr/>
    </dgm:pt>
    <dgm:pt modelId="{A02C2D4D-8776-4E2B-8253-2CCB6A72DB14}" type="pres">
      <dgm:prSet presAssocID="{0F359742-BCBA-4712-827B-10ED95EC343F}" presName="node" presStyleLbl="node1" presStyleIdx="9" presStyleCnt="10">
        <dgm:presLayoutVars>
          <dgm:bulletEnabled val="1"/>
        </dgm:presLayoutVars>
      </dgm:prSet>
      <dgm:spPr/>
    </dgm:pt>
  </dgm:ptLst>
  <dgm:cxnLst>
    <dgm:cxn modelId="{3C9E0605-642E-469B-805A-298D3022743F}" type="presOf" srcId="{E39A16D4-FE13-4A1E-9775-0B9AEBB58F0D}" destId="{899AC69F-15DA-4911-9C26-79234AF237E4}" srcOrd="0" destOrd="0" presId="urn:microsoft.com/office/officeart/2005/8/layout/default"/>
    <dgm:cxn modelId="{DB226914-3554-4CCF-AE9B-5D829CF9232F}" type="presOf" srcId="{06B80B0C-C7DF-4876-83CB-CDDDE63BBA7D}" destId="{DFD7D350-6E45-4C5A-AF87-A5C448413E61}" srcOrd="0" destOrd="0" presId="urn:microsoft.com/office/officeart/2005/8/layout/default"/>
    <dgm:cxn modelId="{30097922-EE5D-4534-A2E1-A8C0CA6438EE}" srcId="{A988DB88-2117-4B2E-B75F-0B77028D5C28}" destId="{E39A16D4-FE13-4A1E-9775-0B9AEBB58F0D}" srcOrd="0" destOrd="0" parTransId="{180B1624-A2B3-405F-8F4D-0A2C058B8E03}" sibTransId="{81608C48-5B4D-4BBE-9D5C-F9E3C36FFEB8}"/>
    <dgm:cxn modelId="{76D18224-C0BF-44B7-84F5-B0CD586FF67B}" srcId="{A988DB88-2117-4B2E-B75F-0B77028D5C28}" destId="{EC5E2B8D-7622-4EB6-902E-16C65DA0E52C}" srcOrd="4" destOrd="0" parTransId="{9562092F-908A-4EB9-9CB9-AE25EC4BD936}" sibTransId="{BEC2D796-435F-47CE-A19D-A433896EEEC7}"/>
    <dgm:cxn modelId="{1F2B093C-DC45-48F3-9394-98898CAD652B}" srcId="{A988DB88-2117-4B2E-B75F-0B77028D5C28}" destId="{5EEEE18C-5A2D-4F46-9693-51461D0A459D}" srcOrd="3" destOrd="0" parTransId="{CFE87F3B-EC05-448D-99E5-A594851D1B68}" sibTransId="{60FC6778-49B3-4773-B307-CFA489156320}"/>
    <dgm:cxn modelId="{77480B3E-E130-43E3-864E-85D089D9522F}" srcId="{A988DB88-2117-4B2E-B75F-0B77028D5C28}" destId="{47E7D958-A02B-4024-A96B-04265F21302A}" srcOrd="8" destOrd="0" parTransId="{C2D2DA33-0685-4DA7-A4C6-53B77E634F2B}" sibTransId="{A0D4569A-9C2D-4ABD-A1D4-79C2BA60604B}"/>
    <dgm:cxn modelId="{77006C6B-13EF-4B04-AC5E-D13FE118C8FC}" srcId="{A988DB88-2117-4B2E-B75F-0B77028D5C28}" destId="{23346D07-9911-4EB6-A5A3-A127E6966B53}" srcOrd="1" destOrd="0" parTransId="{DD8EC2BE-7BDD-447A-8ED2-512F70FDB664}" sibTransId="{8EE30863-CADE-4C09-858D-F04C518E8F32}"/>
    <dgm:cxn modelId="{1B89B874-157E-4382-B228-4417FBD28674}" srcId="{A988DB88-2117-4B2E-B75F-0B77028D5C28}" destId="{2A28C173-9E69-4106-8AF4-8A2240165BCA}" srcOrd="5" destOrd="0" parTransId="{A3429E14-76C4-427A-8CAD-B945C1B1E9C7}" sibTransId="{2D78F8C0-13D6-4106-BE6E-D442F898EB6B}"/>
    <dgm:cxn modelId="{60618457-DFBD-4DF4-8569-4C43888BD02F}" type="presOf" srcId="{0F359742-BCBA-4712-827B-10ED95EC343F}" destId="{A02C2D4D-8776-4E2B-8253-2CCB6A72DB14}" srcOrd="0" destOrd="0" presId="urn:microsoft.com/office/officeart/2005/8/layout/default"/>
    <dgm:cxn modelId="{12585D8D-D543-43EA-8861-C00E18D02788}" srcId="{A988DB88-2117-4B2E-B75F-0B77028D5C28}" destId="{18619128-653E-4527-9CFF-0F648F2E55AC}" srcOrd="2" destOrd="0" parTransId="{FECF50BE-880B-436B-80AA-BD5F210A6A3E}" sibTransId="{C051CA07-114C-4957-970B-908CCDA1F9B9}"/>
    <dgm:cxn modelId="{1E19A28D-5088-4FB2-92DE-E9D108614D53}" srcId="{A988DB88-2117-4B2E-B75F-0B77028D5C28}" destId="{06B80B0C-C7DF-4876-83CB-CDDDE63BBA7D}" srcOrd="7" destOrd="0" parTransId="{39290273-5740-4494-B363-CEDC2F50F6F4}" sibTransId="{443AB704-2070-4455-9019-9363A8243F00}"/>
    <dgm:cxn modelId="{A4DFAF93-4480-4B15-8166-3350772AFA4E}" type="presOf" srcId="{A988DB88-2117-4B2E-B75F-0B77028D5C28}" destId="{3E55C7D9-AE0C-4F29-9934-D34039E60409}" srcOrd="0" destOrd="0" presId="urn:microsoft.com/office/officeart/2005/8/layout/default"/>
    <dgm:cxn modelId="{212B01A0-A322-409D-B6DB-429703E077B5}" type="presOf" srcId="{23346D07-9911-4EB6-A5A3-A127E6966B53}" destId="{BA15EDF8-7155-4808-8791-8F86A9102499}" srcOrd="0" destOrd="0" presId="urn:microsoft.com/office/officeart/2005/8/layout/default"/>
    <dgm:cxn modelId="{8B68D1A3-B847-4E0A-93A6-6FE65CCE362D}" srcId="{A988DB88-2117-4B2E-B75F-0B77028D5C28}" destId="{859ECD87-36EC-4DD5-BAEF-C6054DBF8017}" srcOrd="6" destOrd="0" parTransId="{2F17D5AF-2F75-4261-8286-774C4DB41A80}" sibTransId="{16BDD8F5-B42A-4DA4-A492-A7F6B60B20DA}"/>
    <dgm:cxn modelId="{76FD96A5-1260-4245-B74A-DAC4E4FDFC09}" type="presOf" srcId="{EC5E2B8D-7622-4EB6-902E-16C65DA0E52C}" destId="{9CABBBE5-B7BA-4DCC-BF9F-AC6684BC00E0}" srcOrd="0" destOrd="0" presId="urn:microsoft.com/office/officeart/2005/8/layout/default"/>
    <dgm:cxn modelId="{1EAF2CAB-1CED-4600-98AD-BB8BFDFA4FD1}" type="presOf" srcId="{5EEEE18C-5A2D-4F46-9693-51461D0A459D}" destId="{9486935F-DB18-4B84-81F9-DBBAF5F17B0A}" srcOrd="0" destOrd="0" presId="urn:microsoft.com/office/officeart/2005/8/layout/default"/>
    <dgm:cxn modelId="{9CAA8CC1-5128-4981-9468-383150CCC051}" type="presOf" srcId="{18619128-653E-4527-9CFF-0F648F2E55AC}" destId="{C690A4FE-3DA0-400A-BF2C-1AED74189C73}" srcOrd="0" destOrd="0" presId="urn:microsoft.com/office/officeart/2005/8/layout/default"/>
    <dgm:cxn modelId="{916BFFC7-4ADB-41F3-AB1C-AFF82BABBF45}" type="presOf" srcId="{859ECD87-36EC-4DD5-BAEF-C6054DBF8017}" destId="{630601D4-8D1E-46C0-9E4F-D93523F4C71F}" srcOrd="0" destOrd="0" presId="urn:microsoft.com/office/officeart/2005/8/layout/default"/>
    <dgm:cxn modelId="{E79BE4CE-75A6-4CCB-92CF-62CD111B43C3}" type="presOf" srcId="{47E7D958-A02B-4024-A96B-04265F21302A}" destId="{2A6B0E51-A953-47B4-AA1E-5732C108CBC6}" srcOrd="0" destOrd="0" presId="urn:microsoft.com/office/officeart/2005/8/layout/default"/>
    <dgm:cxn modelId="{E9331BE3-5277-42FD-823F-8271EF5E94DF}" type="presOf" srcId="{2A28C173-9E69-4106-8AF4-8A2240165BCA}" destId="{30A62D82-4AF7-4FB8-9800-DF0D792D9F49}" srcOrd="0" destOrd="0" presId="urn:microsoft.com/office/officeart/2005/8/layout/default"/>
    <dgm:cxn modelId="{C46752E8-F0A5-4EDA-AF42-266A85FAD925}" srcId="{A988DB88-2117-4B2E-B75F-0B77028D5C28}" destId="{0F359742-BCBA-4712-827B-10ED95EC343F}" srcOrd="9" destOrd="0" parTransId="{281D4BC1-45F7-49B1-8C74-045B3451962C}" sibTransId="{79F29567-5097-4DFB-8362-16D621C4453C}"/>
    <dgm:cxn modelId="{7F971C4C-F14A-4151-AE87-4993136E24A4}" type="presParOf" srcId="{3E55C7D9-AE0C-4F29-9934-D34039E60409}" destId="{899AC69F-15DA-4911-9C26-79234AF237E4}" srcOrd="0" destOrd="0" presId="urn:microsoft.com/office/officeart/2005/8/layout/default"/>
    <dgm:cxn modelId="{5F7C3F65-C0A5-48B0-B729-0D2D6FA32F3E}" type="presParOf" srcId="{3E55C7D9-AE0C-4F29-9934-D34039E60409}" destId="{58CEAC99-E646-4B6A-B08D-CA9B7B9CBDCC}" srcOrd="1" destOrd="0" presId="urn:microsoft.com/office/officeart/2005/8/layout/default"/>
    <dgm:cxn modelId="{3444861C-C4DB-4142-AF09-97892A9B4AD4}" type="presParOf" srcId="{3E55C7D9-AE0C-4F29-9934-D34039E60409}" destId="{BA15EDF8-7155-4808-8791-8F86A9102499}" srcOrd="2" destOrd="0" presId="urn:microsoft.com/office/officeart/2005/8/layout/default"/>
    <dgm:cxn modelId="{78756B9B-3E33-4623-8D43-9261EB13146A}" type="presParOf" srcId="{3E55C7D9-AE0C-4F29-9934-D34039E60409}" destId="{C8E6EBCB-29A4-4CA6-B986-55AE78C9D374}" srcOrd="3" destOrd="0" presId="urn:microsoft.com/office/officeart/2005/8/layout/default"/>
    <dgm:cxn modelId="{F7AD41E1-E96C-4A7D-A655-A515C44BD198}" type="presParOf" srcId="{3E55C7D9-AE0C-4F29-9934-D34039E60409}" destId="{C690A4FE-3DA0-400A-BF2C-1AED74189C73}" srcOrd="4" destOrd="0" presId="urn:microsoft.com/office/officeart/2005/8/layout/default"/>
    <dgm:cxn modelId="{23E0B330-C142-4CC8-9431-1148166A39FF}" type="presParOf" srcId="{3E55C7D9-AE0C-4F29-9934-D34039E60409}" destId="{E8901B07-DD17-4BE3-B69A-556236818F54}" srcOrd="5" destOrd="0" presId="urn:microsoft.com/office/officeart/2005/8/layout/default"/>
    <dgm:cxn modelId="{94CDDB0C-E7E8-49E7-86E6-A42438F23F37}" type="presParOf" srcId="{3E55C7D9-AE0C-4F29-9934-D34039E60409}" destId="{9486935F-DB18-4B84-81F9-DBBAF5F17B0A}" srcOrd="6" destOrd="0" presId="urn:microsoft.com/office/officeart/2005/8/layout/default"/>
    <dgm:cxn modelId="{CD30D4AB-7E29-4CBE-B23F-98795996696D}" type="presParOf" srcId="{3E55C7D9-AE0C-4F29-9934-D34039E60409}" destId="{292225ED-DCD5-4236-851A-4CB64660DCE5}" srcOrd="7" destOrd="0" presId="urn:microsoft.com/office/officeart/2005/8/layout/default"/>
    <dgm:cxn modelId="{E417AEE4-3886-481E-977A-711C91BB5813}" type="presParOf" srcId="{3E55C7D9-AE0C-4F29-9934-D34039E60409}" destId="{9CABBBE5-B7BA-4DCC-BF9F-AC6684BC00E0}" srcOrd="8" destOrd="0" presId="urn:microsoft.com/office/officeart/2005/8/layout/default"/>
    <dgm:cxn modelId="{F3073958-6E3A-4697-9262-951220924F05}" type="presParOf" srcId="{3E55C7D9-AE0C-4F29-9934-D34039E60409}" destId="{200153BD-50F7-4619-ACB8-1D98A03A8AE6}" srcOrd="9" destOrd="0" presId="urn:microsoft.com/office/officeart/2005/8/layout/default"/>
    <dgm:cxn modelId="{095B0203-14FE-4056-BCC6-770EB04AE74D}" type="presParOf" srcId="{3E55C7D9-AE0C-4F29-9934-D34039E60409}" destId="{30A62D82-4AF7-4FB8-9800-DF0D792D9F49}" srcOrd="10" destOrd="0" presId="urn:microsoft.com/office/officeart/2005/8/layout/default"/>
    <dgm:cxn modelId="{C3AE8ED3-DF42-42E9-B6D9-57C6A37B7639}" type="presParOf" srcId="{3E55C7D9-AE0C-4F29-9934-D34039E60409}" destId="{FB74F5FA-8144-498D-BF63-A901D19A4D00}" srcOrd="11" destOrd="0" presId="urn:microsoft.com/office/officeart/2005/8/layout/default"/>
    <dgm:cxn modelId="{53F45C2F-7979-447C-9C35-08F9C39F4BCC}" type="presParOf" srcId="{3E55C7D9-AE0C-4F29-9934-D34039E60409}" destId="{630601D4-8D1E-46C0-9E4F-D93523F4C71F}" srcOrd="12" destOrd="0" presId="urn:microsoft.com/office/officeart/2005/8/layout/default"/>
    <dgm:cxn modelId="{3026D140-F447-4BE6-B1C7-67F20367E313}" type="presParOf" srcId="{3E55C7D9-AE0C-4F29-9934-D34039E60409}" destId="{2ACA596A-405F-4EB5-B789-62E59AC3BAF5}" srcOrd="13" destOrd="0" presId="urn:microsoft.com/office/officeart/2005/8/layout/default"/>
    <dgm:cxn modelId="{0CC05361-2A78-4755-81EF-1C423ACCE0F2}" type="presParOf" srcId="{3E55C7D9-AE0C-4F29-9934-D34039E60409}" destId="{DFD7D350-6E45-4C5A-AF87-A5C448413E61}" srcOrd="14" destOrd="0" presId="urn:microsoft.com/office/officeart/2005/8/layout/default"/>
    <dgm:cxn modelId="{A42A6E70-E79D-4EDF-A437-43C733284BC8}" type="presParOf" srcId="{3E55C7D9-AE0C-4F29-9934-D34039E60409}" destId="{CE5E4B68-C28F-40ED-9FA4-0AF0E0D0022D}" srcOrd="15" destOrd="0" presId="urn:microsoft.com/office/officeart/2005/8/layout/default"/>
    <dgm:cxn modelId="{6066AE09-8591-4BE1-96DC-1BEE43722E57}" type="presParOf" srcId="{3E55C7D9-AE0C-4F29-9934-D34039E60409}" destId="{2A6B0E51-A953-47B4-AA1E-5732C108CBC6}" srcOrd="16" destOrd="0" presId="urn:microsoft.com/office/officeart/2005/8/layout/default"/>
    <dgm:cxn modelId="{B633B3C9-7742-4661-A073-73D8D772FF6D}" type="presParOf" srcId="{3E55C7D9-AE0C-4F29-9934-D34039E60409}" destId="{90EA8856-0D3C-423A-8A87-945A6B5C479D}" srcOrd="17" destOrd="0" presId="urn:microsoft.com/office/officeart/2005/8/layout/default"/>
    <dgm:cxn modelId="{FF525DA6-169B-4C26-807D-196C23281EB0}" type="presParOf" srcId="{3E55C7D9-AE0C-4F29-9934-D34039E60409}" destId="{A02C2D4D-8776-4E2B-8253-2CCB6A72DB14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D92624-157F-48D6-AD9C-7824E02E3A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A2FD3FF-6BB0-4A6E-8054-620BFD9C3887}">
      <dgm:prSet/>
      <dgm:spPr/>
      <dgm:t>
        <a:bodyPr/>
        <a:lstStyle/>
        <a:p>
          <a:r>
            <a:rPr lang="en-US"/>
            <a:t>• Removed duplicates</a:t>
          </a:r>
        </a:p>
      </dgm:t>
    </dgm:pt>
    <dgm:pt modelId="{8DE7A156-7757-4741-BEE3-1D3FEA668E8F}" type="parTrans" cxnId="{F54F0034-3AAA-4280-AA35-92ED87F9C697}">
      <dgm:prSet/>
      <dgm:spPr/>
      <dgm:t>
        <a:bodyPr/>
        <a:lstStyle/>
        <a:p>
          <a:endParaRPr lang="en-US"/>
        </a:p>
      </dgm:t>
    </dgm:pt>
    <dgm:pt modelId="{052F5A90-496E-448F-9A2B-1294ADBC2BEA}" type="sibTrans" cxnId="{F54F0034-3AAA-4280-AA35-92ED87F9C697}">
      <dgm:prSet/>
      <dgm:spPr/>
      <dgm:t>
        <a:bodyPr/>
        <a:lstStyle/>
        <a:p>
          <a:endParaRPr lang="en-US"/>
        </a:p>
      </dgm:t>
    </dgm:pt>
    <dgm:pt modelId="{AAC7385A-DFA8-474B-9734-3CD7A3F5BD55}">
      <dgm:prSet/>
      <dgm:spPr/>
      <dgm:t>
        <a:bodyPr/>
        <a:lstStyle/>
        <a:p>
          <a:r>
            <a:rPr lang="en-US"/>
            <a:t>• Handled missing values</a:t>
          </a:r>
        </a:p>
      </dgm:t>
    </dgm:pt>
    <dgm:pt modelId="{B7CBA560-FE9E-4D31-9C21-D32878818F49}" type="parTrans" cxnId="{0EE17315-CBAE-4E87-9D98-1B5CD1DDA801}">
      <dgm:prSet/>
      <dgm:spPr/>
      <dgm:t>
        <a:bodyPr/>
        <a:lstStyle/>
        <a:p>
          <a:endParaRPr lang="en-US"/>
        </a:p>
      </dgm:t>
    </dgm:pt>
    <dgm:pt modelId="{96921EF8-BBB3-41E7-AC9E-1B568EC43311}" type="sibTrans" cxnId="{0EE17315-CBAE-4E87-9D98-1B5CD1DDA801}">
      <dgm:prSet/>
      <dgm:spPr/>
      <dgm:t>
        <a:bodyPr/>
        <a:lstStyle/>
        <a:p>
          <a:endParaRPr lang="en-US"/>
        </a:p>
      </dgm:t>
    </dgm:pt>
    <dgm:pt modelId="{8DB64BEA-BE7F-44ED-ADE3-41CCB802176C}">
      <dgm:prSet/>
      <dgm:spPr/>
      <dgm:t>
        <a:bodyPr/>
        <a:lstStyle/>
        <a:p>
          <a:r>
            <a:rPr lang="en-US"/>
            <a:t>• Standardized formats</a:t>
          </a:r>
        </a:p>
      </dgm:t>
    </dgm:pt>
    <dgm:pt modelId="{7993AA6C-E461-451E-9F8E-4E059297F912}" type="parTrans" cxnId="{9E7B2AEA-A505-4A48-9107-72BFB4FB79D1}">
      <dgm:prSet/>
      <dgm:spPr/>
      <dgm:t>
        <a:bodyPr/>
        <a:lstStyle/>
        <a:p>
          <a:endParaRPr lang="en-US"/>
        </a:p>
      </dgm:t>
    </dgm:pt>
    <dgm:pt modelId="{F8C4F29F-FE5D-49EA-84EC-35BCA405A719}" type="sibTrans" cxnId="{9E7B2AEA-A505-4A48-9107-72BFB4FB79D1}">
      <dgm:prSet/>
      <dgm:spPr/>
      <dgm:t>
        <a:bodyPr/>
        <a:lstStyle/>
        <a:p>
          <a:endParaRPr lang="en-US"/>
        </a:p>
      </dgm:t>
    </dgm:pt>
    <dgm:pt modelId="{C7D86AD7-58B8-4C55-B6C4-366D93F19CBD}">
      <dgm:prSet/>
      <dgm:spPr/>
      <dgm:t>
        <a:bodyPr/>
        <a:lstStyle/>
        <a:p>
          <a:r>
            <a:rPr lang="en-US"/>
            <a:t>• Merged datasets using lookup functions</a:t>
          </a:r>
        </a:p>
      </dgm:t>
    </dgm:pt>
    <dgm:pt modelId="{E4E1122D-439C-4BCB-9A62-C25B9EDE1074}" type="parTrans" cxnId="{E7591E39-310A-4042-BB97-4E42BC3593FE}">
      <dgm:prSet/>
      <dgm:spPr/>
      <dgm:t>
        <a:bodyPr/>
        <a:lstStyle/>
        <a:p>
          <a:endParaRPr lang="en-US"/>
        </a:p>
      </dgm:t>
    </dgm:pt>
    <dgm:pt modelId="{437710B5-733D-4340-8DDE-C9168092F41F}" type="sibTrans" cxnId="{E7591E39-310A-4042-BB97-4E42BC3593FE}">
      <dgm:prSet/>
      <dgm:spPr/>
      <dgm:t>
        <a:bodyPr/>
        <a:lstStyle/>
        <a:p>
          <a:endParaRPr lang="en-US"/>
        </a:p>
      </dgm:t>
    </dgm:pt>
    <dgm:pt modelId="{9BB368E5-D8B2-4C24-A5CE-03B27C12A9FB}" type="pres">
      <dgm:prSet presAssocID="{E6D92624-157F-48D6-AD9C-7824E02E3AEF}" presName="linear" presStyleCnt="0">
        <dgm:presLayoutVars>
          <dgm:animLvl val="lvl"/>
          <dgm:resizeHandles val="exact"/>
        </dgm:presLayoutVars>
      </dgm:prSet>
      <dgm:spPr/>
    </dgm:pt>
    <dgm:pt modelId="{7275EDD0-BF06-4F8A-BFB5-225D764F7157}" type="pres">
      <dgm:prSet presAssocID="{7A2FD3FF-6BB0-4A6E-8054-620BFD9C388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2CE80C7-E273-468B-AA6B-B21DE158D073}" type="pres">
      <dgm:prSet presAssocID="{052F5A90-496E-448F-9A2B-1294ADBC2BEA}" presName="spacer" presStyleCnt="0"/>
      <dgm:spPr/>
    </dgm:pt>
    <dgm:pt modelId="{77091C58-A93E-4DC3-B98A-B3C594FAEC6A}" type="pres">
      <dgm:prSet presAssocID="{AAC7385A-DFA8-474B-9734-3CD7A3F5BD5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0233116-4989-4AEE-A08C-F2252E4FD5D7}" type="pres">
      <dgm:prSet presAssocID="{96921EF8-BBB3-41E7-AC9E-1B568EC43311}" presName="spacer" presStyleCnt="0"/>
      <dgm:spPr/>
    </dgm:pt>
    <dgm:pt modelId="{83269C94-356D-420C-82F8-6D36F5B5BDF3}" type="pres">
      <dgm:prSet presAssocID="{8DB64BEA-BE7F-44ED-ADE3-41CCB802176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E9A46B8-AD01-42E2-946C-925A79A9BAFB}" type="pres">
      <dgm:prSet presAssocID="{F8C4F29F-FE5D-49EA-84EC-35BCA405A719}" presName="spacer" presStyleCnt="0"/>
      <dgm:spPr/>
    </dgm:pt>
    <dgm:pt modelId="{935D7BF9-E3A9-4D0E-B495-86011285FF89}" type="pres">
      <dgm:prSet presAssocID="{C7D86AD7-58B8-4C55-B6C4-366D93F19CB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10E0414-1825-4EE1-A2C9-0E5BBEA4319A}" type="presOf" srcId="{8DB64BEA-BE7F-44ED-ADE3-41CCB802176C}" destId="{83269C94-356D-420C-82F8-6D36F5B5BDF3}" srcOrd="0" destOrd="0" presId="urn:microsoft.com/office/officeart/2005/8/layout/vList2"/>
    <dgm:cxn modelId="{0EE17315-CBAE-4E87-9D98-1B5CD1DDA801}" srcId="{E6D92624-157F-48D6-AD9C-7824E02E3AEF}" destId="{AAC7385A-DFA8-474B-9734-3CD7A3F5BD55}" srcOrd="1" destOrd="0" parTransId="{B7CBA560-FE9E-4D31-9C21-D32878818F49}" sibTransId="{96921EF8-BBB3-41E7-AC9E-1B568EC43311}"/>
    <dgm:cxn modelId="{9AA29518-78A0-42B7-93A8-B678FEDE7130}" type="presOf" srcId="{AAC7385A-DFA8-474B-9734-3CD7A3F5BD55}" destId="{77091C58-A93E-4DC3-B98A-B3C594FAEC6A}" srcOrd="0" destOrd="0" presId="urn:microsoft.com/office/officeart/2005/8/layout/vList2"/>
    <dgm:cxn modelId="{F54F0034-3AAA-4280-AA35-92ED87F9C697}" srcId="{E6D92624-157F-48D6-AD9C-7824E02E3AEF}" destId="{7A2FD3FF-6BB0-4A6E-8054-620BFD9C3887}" srcOrd="0" destOrd="0" parTransId="{8DE7A156-7757-4741-BEE3-1D3FEA668E8F}" sibTransId="{052F5A90-496E-448F-9A2B-1294ADBC2BEA}"/>
    <dgm:cxn modelId="{E7591E39-310A-4042-BB97-4E42BC3593FE}" srcId="{E6D92624-157F-48D6-AD9C-7824E02E3AEF}" destId="{C7D86AD7-58B8-4C55-B6C4-366D93F19CBD}" srcOrd="3" destOrd="0" parTransId="{E4E1122D-439C-4BCB-9A62-C25B9EDE1074}" sibTransId="{437710B5-733D-4340-8DDE-C9168092F41F}"/>
    <dgm:cxn modelId="{C183AA80-9983-4842-A906-31ED03063755}" type="presOf" srcId="{C7D86AD7-58B8-4C55-B6C4-366D93F19CBD}" destId="{935D7BF9-E3A9-4D0E-B495-86011285FF89}" srcOrd="0" destOrd="0" presId="urn:microsoft.com/office/officeart/2005/8/layout/vList2"/>
    <dgm:cxn modelId="{C80E9299-A2AE-4675-A12E-48F9BE1FBCEC}" type="presOf" srcId="{E6D92624-157F-48D6-AD9C-7824E02E3AEF}" destId="{9BB368E5-D8B2-4C24-A5CE-03B27C12A9FB}" srcOrd="0" destOrd="0" presId="urn:microsoft.com/office/officeart/2005/8/layout/vList2"/>
    <dgm:cxn modelId="{E00B83D1-77EC-40DC-968D-F1229B4E06D5}" type="presOf" srcId="{7A2FD3FF-6BB0-4A6E-8054-620BFD9C3887}" destId="{7275EDD0-BF06-4F8A-BFB5-225D764F7157}" srcOrd="0" destOrd="0" presId="urn:microsoft.com/office/officeart/2005/8/layout/vList2"/>
    <dgm:cxn modelId="{9E7B2AEA-A505-4A48-9107-72BFB4FB79D1}" srcId="{E6D92624-157F-48D6-AD9C-7824E02E3AEF}" destId="{8DB64BEA-BE7F-44ED-ADE3-41CCB802176C}" srcOrd="2" destOrd="0" parTransId="{7993AA6C-E461-451E-9F8E-4E059297F912}" sibTransId="{F8C4F29F-FE5D-49EA-84EC-35BCA405A719}"/>
    <dgm:cxn modelId="{CA4DD638-218D-4DB9-8259-1DFA4201021E}" type="presParOf" srcId="{9BB368E5-D8B2-4C24-A5CE-03B27C12A9FB}" destId="{7275EDD0-BF06-4F8A-BFB5-225D764F7157}" srcOrd="0" destOrd="0" presId="urn:microsoft.com/office/officeart/2005/8/layout/vList2"/>
    <dgm:cxn modelId="{8987532D-326C-4DA0-BB3D-1A145F9E20ED}" type="presParOf" srcId="{9BB368E5-D8B2-4C24-A5CE-03B27C12A9FB}" destId="{D2CE80C7-E273-468B-AA6B-B21DE158D073}" srcOrd="1" destOrd="0" presId="urn:microsoft.com/office/officeart/2005/8/layout/vList2"/>
    <dgm:cxn modelId="{782FCBA8-773E-48FD-B26A-4F63D8759B6C}" type="presParOf" srcId="{9BB368E5-D8B2-4C24-A5CE-03B27C12A9FB}" destId="{77091C58-A93E-4DC3-B98A-B3C594FAEC6A}" srcOrd="2" destOrd="0" presId="urn:microsoft.com/office/officeart/2005/8/layout/vList2"/>
    <dgm:cxn modelId="{9A29E77D-1253-4953-80D1-299BD849B66D}" type="presParOf" srcId="{9BB368E5-D8B2-4C24-A5CE-03B27C12A9FB}" destId="{20233116-4989-4AEE-A08C-F2252E4FD5D7}" srcOrd="3" destOrd="0" presId="urn:microsoft.com/office/officeart/2005/8/layout/vList2"/>
    <dgm:cxn modelId="{2FE9BF5D-42DF-43B7-84AA-FA74400702F9}" type="presParOf" srcId="{9BB368E5-D8B2-4C24-A5CE-03B27C12A9FB}" destId="{83269C94-356D-420C-82F8-6D36F5B5BDF3}" srcOrd="4" destOrd="0" presId="urn:microsoft.com/office/officeart/2005/8/layout/vList2"/>
    <dgm:cxn modelId="{93E498A6-F0A7-4AA7-AEB4-4EC70003B20E}" type="presParOf" srcId="{9BB368E5-D8B2-4C24-A5CE-03B27C12A9FB}" destId="{3E9A46B8-AD01-42E2-946C-925A79A9BAFB}" srcOrd="5" destOrd="0" presId="urn:microsoft.com/office/officeart/2005/8/layout/vList2"/>
    <dgm:cxn modelId="{36E87C94-5E71-4E57-8FAD-D8EB6E8D0D0A}" type="presParOf" srcId="{9BB368E5-D8B2-4C24-A5CE-03B27C12A9FB}" destId="{935D7BF9-E3A9-4D0E-B495-86011285FF8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444B44-BE35-47B6-B026-8A596823E9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4139B87-45FC-4DDB-AEE0-4B9A276E9E8A}">
      <dgm:prSet/>
      <dgm:spPr/>
      <dgm:t>
        <a:bodyPr/>
        <a:lstStyle/>
        <a:p>
          <a:r>
            <a:rPr lang="en-US"/>
            <a:t>• Pivot Tables</a:t>
          </a:r>
        </a:p>
      </dgm:t>
    </dgm:pt>
    <dgm:pt modelId="{8CBD3592-D623-4366-BABD-6405EDAD233A}" type="parTrans" cxnId="{DD64A85F-4CCB-432D-A8AB-F1135ABBC5A0}">
      <dgm:prSet/>
      <dgm:spPr/>
      <dgm:t>
        <a:bodyPr/>
        <a:lstStyle/>
        <a:p>
          <a:endParaRPr lang="en-US"/>
        </a:p>
      </dgm:t>
    </dgm:pt>
    <dgm:pt modelId="{0A545539-76F6-4AE3-86B2-128E5F6264BF}" type="sibTrans" cxnId="{DD64A85F-4CCB-432D-A8AB-F1135ABBC5A0}">
      <dgm:prSet/>
      <dgm:spPr/>
      <dgm:t>
        <a:bodyPr/>
        <a:lstStyle/>
        <a:p>
          <a:endParaRPr lang="en-US"/>
        </a:p>
      </dgm:t>
    </dgm:pt>
    <dgm:pt modelId="{1A126F10-0318-4070-B1CE-444D289D2C39}">
      <dgm:prSet/>
      <dgm:spPr/>
      <dgm:t>
        <a:bodyPr/>
        <a:lstStyle/>
        <a:p>
          <a:r>
            <a:rPr lang="en-US"/>
            <a:t>• Pivot Charts</a:t>
          </a:r>
        </a:p>
      </dgm:t>
    </dgm:pt>
    <dgm:pt modelId="{DE8DB36B-6103-462F-BA8E-6CAE171A34D4}" type="parTrans" cxnId="{75DE4323-EC0F-47A9-B0A6-EDF087405B84}">
      <dgm:prSet/>
      <dgm:spPr/>
      <dgm:t>
        <a:bodyPr/>
        <a:lstStyle/>
        <a:p>
          <a:endParaRPr lang="en-US"/>
        </a:p>
      </dgm:t>
    </dgm:pt>
    <dgm:pt modelId="{FA19B345-E297-41EC-81D8-E627A0653D78}" type="sibTrans" cxnId="{75DE4323-EC0F-47A9-B0A6-EDF087405B84}">
      <dgm:prSet/>
      <dgm:spPr/>
      <dgm:t>
        <a:bodyPr/>
        <a:lstStyle/>
        <a:p>
          <a:endParaRPr lang="en-US"/>
        </a:p>
      </dgm:t>
    </dgm:pt>
    <dgm:pt modelId="{EDFDB527-5364-4217-93EA-C687F49EE5F0}">
      <dgm:prSet/>
      <dgm:spPr/>
      <dgm:t>
        <a:bodyPr/>
        <a:lstStyle/>
        <a:p>
          <a:r>
            <a:rPr lang="en-US"/>
            <a:t>• VLOOKUP</a:t>
          </a:r>
        </a:p>
      </dgm:t>
    </dgm:pt>
    <dgm:pt modelId="{A3A57B23-D63B-47EE-A624-B12ADAB84E00}" type="parTrans" cxnId="{E85DAACB-9EE6-49A5-A3C0-7CCFF1DCC3DE}">
      <dgm:prSet/>
      <dgm:spPr/>
      <dgm:t>
        <a:bodyPr/>
        <a:lstStyle/>
        <a:p>
          <a:endParaRPr lang="en-US"/>
        </a:p>
      </dgm:t>
    </dgm:pt>
    <dgm:pt modelId="{3F36677D-1ECC-49BA-9BC8-7ECC3F32E8F1}" type="sibTrans" cxnId="{E85DAACB-9EE6-49A5-A3C0-7CCFF1DCC3DE}">
      <dgm:prSet/>
      <dgm:spPr/>
      <dgm:t>
        <a:bodyPr/>
        <a:lstStyle/>
        <a:p>
          <a:endParaRPr lang="en-US"/>
        </a:p>
      </dgm:t>
    </dgm:pt>
    <dgm:pt modelId="{64B07EB6-DE19-43EE-9381-3143E39348C2}">
      <dgm:prSet/>
      <dgm:spPr/>
      <dgm:t>
        <a:bodyPr/>
        <a:lstStyle/>
        <a:p>
          <a:r>
            <a:rPr lang="en-US"/>
            <a:t>• IF Function</a:t>
          </a:r>
        </a:p>
      </dgm:t>
    </dgm:pt>
    <dgm:pt modelId="{CF75F7AC-2632-4755-B3AD-4593F08F3376}" type="parTrans" cxnId="{4B70BFBF-E8C4-4066-A8F8-D23E8EEDA5E5}">
      <dgm:prSet/>
      <dgm:spPr/>
      <dgm:t>
        <a:bodyPr/>
        <a:lstStyle/>
        <a:p>
          <a:endParaRPr lang="en-US"/>
        </a:p>
      </dgm:t>
    </dgm:pt>
    <dgm:pt modelId="{A45EEA07-3F2E-4ABB-B10F-9BB76D2E7983}" type="sibTrans" cxnId="{4B70BFBF-E8C4-4066-A8F8-D23E8EEDA5E5}">
      <dgm:prSet/>
      <dgm:spPr/>
      <dgm:t>
        <a:bodyPr/>
        <a:lstStyle/>
        <a:p>
          <a:endParaRPr lang="en-US"/>
        </a:p>
      </dgm:t>
    </dgm:pt>
    <dgm:pt modelId="{81C59010-CB51-43C2-9885-FA40F11D54D4}">
      <dgm:prSet/>
      <dgm:spPr/>
      <dgm:t>
        <a:bodyPr/>
        <a:lstStyle/>
        <a:p>
          <a:r>
            <a:rPr lang="en-US"/>
            <a:t>• COUNTIF &amp; SUMIF</a:t>
          </a:r>
        </a:p>
      </dgm:t>
    </dgm:pt>
    <dgm:pt modelId="{8778E26B-6E36-459B-8580-696BE13C2719}" type="parTrans" cxnId="{46754044-0A55-42F2-81A3-AD7A43243544}">
      <dgm:prSet/>
      <dgm:spPr/>
      <dgm:t>
        <a:bodyPr/>
        <a:lstStyle/>
        <a:p>
          <a:endParaRPr lang="en-US"/>
        </a:p>
      </dgm:t>
    </dgm:pt>
    <dgm:pt modelId="{E0EE61C0-C14B-497D-835E-7F18322FDFE0}" type="sibTrans" cxnId="{46754044-0A55-42F2-81A3-AD7A43243544}">
      <dgm:prSet/>
      <dgm:spPr/>
      <dgm:t>
        <a:bodyPr/>
        <a:lstStyle/>
        <a:p>
          <a:endParaRPr lang="en-US"/>
        </a:p>
      </dgm:t>
    </dgm:pt>
    <dgm:pt modelId="{AC1FD937-429A-4158-9C83-CD8EA6604E49}">
      <dgm:prSet/>
      <dgm:spPr/>
      <dgm:t>
        <a:bodyPr/>
        <a:lstStyle/>
        <a:p>
          <a:r>
            <a:rPr lang="en-US"/>
            <a:t>• Forecast Sheet</a:t>
          </a:r>
        </a:p>
      </dgm:t>
    </dgm:pt>
    <dgm:pt modelId="{CA847F55-970E-4A40-8CD8-DF7B5BFCE35F}" type="parTrans" cxnId="{ED3154E5-7B15-4DB3-B24C-0C6906CEDF6D}">
      <dgm:prSet/>
      <dgm:spPr/>
      <dgm:t>
        <a:bodyPr/>
        <a:lstStyle/>
        <a:p>
          <a:endParaRPr lang="en-US"/>
        </a:p>
      </dgm:t>
    </dgm:pt>
    <dgm:pt modelId="{18C9C619-DE79-4F9C-B596-2A9C9962F032}" type="sibTrans" cxnId="{ED3154E5-7B15-4DB3-B24C-0C6906CEDF6D}">
      <dgm:prSet/>
      <dgm:spPr/>
      <dgm:t>
        <a:bodyPr/>
        <a:lstStyle/>
        <a:p>
          <a:endParaRPr lang="en-US"/>
        </a:p>
      </dgm:t>
    </dgm:pt>
    <dgm:pt modelId="{A08F2665-6D8E-4C6F-B298-2FA54CE49949}" type="pres">
      <dgm:prSet presAssocID="{30444B44-BE35-47B6-B026-8A596823E97A}" presName="linear" presStyleCnt="0">
        <dgm:presLayoutVars>
          <dgm:animLvl val="lvl"/>
          <dgm:resizeHandles val="exact"/>
        </dgm:presLayoutVars>
      </dgm:prSet>
      <dgm:spPr/>
    </dgm:pt>
    <dgm:pt modelId="{D318C1D2-A8B2-4790-BC14-7105275989EE}" type="pres">
      <dgm:prSet presAssocID="{B4139B87-45FC-4DDB-AEE0-4B9A276E9E8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6F6F02E-E158-4799-BD14-405F1F31FB77}" type="pres">
      <dgm:prSet presAssocID="{0A545539-76F6-4AE3-86B2-128E5F6264BF}" presName="spacer" presStyleCnt="0"/>
      <dgm:spPr/>
    </dgm:pt>
    <dgm:pt modelId="{E3A06D12-5564-4CF6-B394-89B32B257B0B}" type="pres">
      <dgm:prSet presAssocID="{1A126F10-0318-4070-B1CE-444D289D2C3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11D593A-CF98-468E-9680-0ED03AF7E780}" type="pres">
      <dgm:prSet presAssocID="{FA19B345-E297-41EC-81D8-E627A0653D78}" presName="spacer" presStyleCnt="0"/>
      <dgm:spPr/>
    </dgm:pt>
    <dgm:pt modelId="{9078DD16-D819-45FF-8FD7-00253BC5C579}" type="pres">
      <dgm:prSet presAssocID="{EDFDB527-5364-4217-93EA-C687F49EE5F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1963312-32AD-4D61-9183-9C0ACBC2DA0B}" type="pres">
      <dgm:prSet presAssocID="{3F36677D-1ECC-49BA-9BC8-7ECC3F32E8F1}" presName="spacer" presStyleCnt="0"/>
      <dgm:spPr/>
    </dgm:pt>
    <dgm:pt modelId="{4CCCACE7-CE8A-47AC-8140-BBAC820E49D7}" type="pres">
      <dgm:prSet presAssocID="{64B07EB6-DE19-43EE-9381-3143E39348C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82E306F-A8F2-43C0-9C64-A06152559498}" type="pres">
      <dgm:prSet presAssocID="{A45EEA07-3F2E-4ABB-B10F-9BB76D2E7983}" presName="spacer" presStyleCnt="0"/>
      <dgm:spPr/>
    </dgm:pt>
    <dgm:pt modelId="{A0AE9F1E-8583-4EA3-ABFF-0F21F5E1350A}" type="pres">
      <dgm:prSet presAssocID="{81C59010-CB51-43C2-9885-FA40F11D54D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36DA0ED-82BD-4629-8FD5-9C4394C3DE5E}" type="pres">
      <dgm:prSet presAssocID="{E0EE61C0-C14B-497D-835E-7F18322FDFE0}" presName="spacer" presStyleCnt="0"/>
      <dgm:spPr/>
    </dgm:pt>
    <dgm:pt modelId="{82282881-0D85-4C4E-897E-F4EB04AFE197}" type="pres">
      <dgm:prSet presAssocID="{AC1FD937-429A-4158-9C83-CD8EA6604E4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5DE4323-EC0F-47A9-B0A6-EDF087405B84}" srcId="{30444B44-BE35-47B6-B026-8A596823E97A}" destId="{1A126F10-0318-4070-B1CE-444D289D2C39}" srcOrd="1" destOrd="0" parTransId="{DE8DB36B-6103-462F-BA8E-6CAE171A34D4}" sibTransId="{FA19B345-E297-41EC-81D8-E627A0653D78}"/>
    <dgm:cxn modelId="{DD64A85F-4CCB-432D-A8AB-F1135ABBC5A0}" srcId="{30444B44-BE35-47B6-B026-8A596823E97A}" destId="{B4139B87-45FC-4DDB-AEE0-4B9A276E9E8A}" srcOrd="0" destOrd="0" parTransId="{8CBD3592-D623-4366-BABD-6405EDAD233A}" sibTransId="{0A545539-76F6-4AE3-86B2-128E5F6264BF}"/>
    <dgm:cxn modelId="{46754044-0A55-42F2-81A3-AD7A43243544}" srcId="{30444B44-BE35-47B6-B026-8A596823E97A}" destId="{81C59010-CB51-43C2-9885-FA40F11D54D4}" srcOrd="4" destOrd="0" parTransId="{8778E26B-6E36-459B-8580-696BE13C2719}" sibTransId="{E0EE61C0-C14B-497D-835E-7F18322FDFE0}"/>
    <dgm:cxn modelId="{D7AD3B47-8D25-45CE-8A78-18C7EB1C7F47}" type="presOf" srcId="{EDFDB527-5364-4217-93EA-C687F49EE5F0}" destId="{9078DD16-D819-45FF-8FD7-00253BC5C579}" srcOrd="0" destOrd="0" presId="urn:microsoft.com/office/officeart/2005/8/layout/vList2"/>
    <dgm:cxn modelId="{8899954E-0AB5-43C5-AB63-87A881B84F0C}" type="presOf" srcId="{81C59010-CB51-43C2-9885-FA40F11D54D4}" destId="{A0AE9F1E-8583-4EA3-ABFF-0F21F5E1350A}" srcOrd="0" destOrd="0" presId="urn:microsoft.com/office/officeart/2005/8/layout/vList2"/>
    <dgm:cxn modelId="{46F8838B-10AE-44A4-B6E5-BBD9ED841137}" type="presOf" srcId="{1A126F10-0318-4070-B1CE-444D289D2C39}" destId="{E3A06D12-5564-4CF6-B394-89B32B257B0B}" srcOrd="0" destOrd="0" presId="urn:microsoft.com/office/officeart/2005/8/layout/vList2"/>
    <dgm:cxn modelId="{4EF61D95-1318-43AA-BA15-D576B979C6FB}" type="presOf" srcId="{30444B44-BE35-47B6-B026-8A596823E97A}" destId="{A08F2665-6D8E-4C6F-B298-2FA54CE49949}" srcOrd="0" destOrd="0" presId="urn:microsoft.com/office/officeart/2005/8/layout/vList2"/>
    <dgm:cxn modelId="{94127BA7-C9F6-4D8D-9C16-4FD86EB0DFA3}" type="presOf" srcId="{64B07EB6-DE19-43EE-9381-3143E39348C2}" destId="{4CCCACE7-CE8A-47AC-8140-BBAC820E49D7}" srcOrd="0" destOrd="0" presId="urn:microsoft.com/office/officeart/2005/8/layout/vList2"/>
    <dgm:cxn modelId="{E14793B6-6303-4867-921E-F138F43ED35F}" type="presOf" srcId="{AC1FD937-429A-4158-9C83-CD8EA6604E49}" destId="{82282881-0D85-4C4E-897E-F4EB04AFE197}" srcOrd="0" destOrd="0" presId="urn:microsoft.com/office/officeart/2005/8/layout/vList2"/>
    <dgm:cxn modelId="{4B70BFBF-E8C4-4066-A8F8-D23E8EEDA5E5}" srcId="{30444B44-BE35-47B6-B026-8A596823E97A}" destId="{64B07EB6-DE19-43EE-9381-3143E39348C2}" srcOrd="3" destOrd="0" parTransId="{CF75F7AC-2632-4755-B3AD-4593F08F3376}" sibTransId="{A45EEA07-3F2E-4ABB-B10F-9BB76D2E7983}"/>
    <dgm:cxn modelId="{36CF66CB-07F4-415A-9842-3DC7E7BFD6D1}" type="presOf" srcId="{B4139B87-45FC-4DDB-AEE0-4B9A276E9E8A}" destId="{D318C1D2-A8B2-4790-BC14-7105275989EE}" srcOrd="0" destOrd="0" presId="urn:microsoft.com/office/officeart/2005/8/layout/vList2"/>
    <dgm:cxn modelId="{E85DAACB-9EE6-49A5-A3C0-7CCFF1DCC3DE}" srcId="{30444B44-BE35-47B6-B026-8A596823E97A}" destId="{EDFDB527-5364-4217-93EA-C687F49EE5F0}" srcOrd="2" destOrd="0" parTransId="{A3A57B23-D63B-47EE-A624-B12ADAB84E00}" sibTransId="{3F36677D-1ECC-49BA-9BC8-7ECC3F32E8F1}"/>
    <dgm:cxn modelId="{ED3154E5-7B15-4DB3-B24C-0C6906CEDF6D}" srcId="{30444B44-BE35-47B6-B026-8A596823E97A}" destId="{AC1FD937-429A-4158-9C83-CD8EA6604E49}" srcOrd="5" destOrd="0" parTransId="{CA847F55-970E-4A40-8CD8-DF7B5BFCE35F}" sibTransId="{18C9C619-DE79-4F9C-B596-2A9C9962F032}"/>
    <dgm:cxn modelId="{C249E40E-3BDC-4754-95DD-85991ABA6CD9}" type="presParOf" srcId="{A08F2665-6D8E-4C6F-B298-2FA54CE49949}" destId="{D318C1D2-A8B2-4790-BC14-7105275989EE}" srcOrd="0" destOrd="0" presId="urn:microsoft.com/office/officeart/2005/8/layout/vList2"/>
    <dgm:cxn modelId="{20EC6A50-F7C9-4057-9DC5-A4F8CC84114E}" type="presParOf" srcId="{A08F2665-6D8E-4C6F-B298-2FA54CE49949}" destId="{A6F6F02E-E158-4799-BD14-405F1F31FB77}" srcOrd="1" destOrd="0" presId="urn:microsoft.com/office/officeart/2005/8/layout/vList2"/>
    <dgm:cxn modelId="{96A32237-295F-400F-BB44-1C1DF2B2B0C6}" type="presParOf" srcId="{A08F2665-6D8E-4C6F-B298-2FA54CE49949}" destId="{E3A06D12-5564-4CF6-B394-89B32B257B0B}" srcOrd="2" destOrd="0" presId="urn:microsoft.com/office/officeart/2005/8/layout/vList2"/>
    <dgm:cxn modelId="{624D6D21-7C79-4F85-8CB3-4B863299AD71}" type="presParOf" srcId="{A08F2665-6D8E-4C6F-B298-2FA54CE49949}" destId="{211D593A-CF98-468E-9680-0ED03AF7E780}" srcOrd="3" destOrd="0" presId="urn:microsoft.com/office/officeart/2005/8/layout/vList2"/>
    <dgm:cxn modelId="{E13FDD7E-76C5-4276-AF17-1B97A5B2CEAE}" type="presParOf" srcId="{A08F2665-6D8E-4C6F-B298-2FA54CE49949}" destId="{9078DD16-D819-45FF-8FD7-00253BC5C579}" srcOrd="4" destOrd="0" presId="urn:microsoft.com/office/officeart/2005/8/layout/vList2"/>
    <dgm:cxn modelId="{3A6453AA-771D-4976-8E1B-5A2D7BA917DF}" type="presParOf" srcId="{A08F2665-6D8E-4C6F-B298-2FA54CE49949}" destId="{E1963312-32AD-4D61-9183-9C0ACBC2DA0B}" srcOrd="5" destOrd="0" presId="urn:microsoft.com/office/officeart/2005/8/layout/vList2"/>
    <dgm:cxn modelId="{182894CC-CF11-46FA-948F-07936E0D8B3B}" type="presParOf" srcId="{A08F2665-6D8E-4C6F-B298-2FA54CE49949}" destId="{4CCCACE7-CE8A-47AC-8140-BBAC820E49D7}" srcOrd="6" destOrd="0" presId="urn:microsoft.com/office/officeart/2005/8/layout/vList2"/>
    <dgm:cxn modelId="{2E5B2236-18C8-4613-B11C-0CE2C1D2916D}" type="presParOf" srcId="{A08F2665-6D8E-4C6F-B298-2FA54CE49949}" destId="{382E306F-A8F2-43C0-9C64-A06152559498}" srcOrd="7" destOrd="0" presId="urn:microsoft.com/office/officeart/2005/8/layout/vList2"/>
    <dgm:cxn modelId="{5FCA7BFA-4B54-41BC-B5D1-0B19375A359D}" type="presParOf" srcId="{A08F2665-6D8E-4C6F-B298-2FA54CE49949}" destId="{A0AE9F1E-8583-4EA3-ABFF-0F21F5E1350A}" srcOrd="8" destOrd="0" presId="urn:microsoft.com/office/officeart/2005/8/layout/vList2"/>
    <dgm:cxn modelId="{7D9EC7D5-2851-4FC0-8508-B7EAFE888255}" type="presParOf" srcId="{A08F2665-6D8E-4C6F-B298-2FA54CE49949}" destId="{436DA0ED-82BD-4629-8FD5-9C4394C3DE5E}" srcOrd="9" destOrd="0" presId="urn:microsoft.com/office/officeart/2005/8/layout/vList2"/>
    <dgm:cxn modelId="{0EFDD5A7-4B4E-4AA5-AD93-692E33728EEC}" type="presParOf" srcId="{A08F2665-6D8E-4C6F-B298-2FA54CE49949}" destId="{82282881-0D85-4C4E-897E-F4EB04AFE19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D32F192-08D0-4A16-9C42-D6AD84F1E7C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0EC3F7A-8823-4FFB-9A58-C452162615C0}">
      <dgm:prSet/>
      <dgm:spPr/>
      <dgm:t>
        <a:bodyPr/>
        <a:lstStyle/>
        <a:p>
          <a:r>
            <a:rPr lang="en-US"/>
            <a:t>• Hourly demand analysis</a:t>
          </a:r>
        </a:p>
      </dgm:t>
    </dgm:pt>
    <dgm:pt modelId="{C5CC3AED-860C-4E40-953E-A1EEEB2870C8}" type="parTrans" cxnId="{E38C7849-EF7F-44BC-BC3A-B82AD5F7718B}">
      <dgm:prSet/>
      <dgm:spPr/>
      <dgm:t>
        <a:bodyPr/>
        <a:lstStyle/>
        <a:p>
          <a:endParaRPr lang="en-US"/>
        </a:p>
      </dgm:t>
    </dgm:pt>
    <dgm:pt modelId="{6295931D-816A-4E83-81D0-59BCB6EA01E9}" type="sibTrans" cxnId="{E38C7849-EF7F-44BC-BC3A-B82AD5F7718B}">
      <dgm:prSet/>
      <dgm:spPr/>
      <dgm:t>
        <a:bodyPr/>
        <a:lstStyle/>
        <a:p>
          <a:endParaRPr lang="en-US"/>
        </a:p>
      </dgm:t>
    </dgm:pt>
    <dgm:pt modelId="{85630868-0437-4234-8E6A-23B94B320CC0}">
      <dgm:prSet/>
      <dgm:spPr/>
      <dgm:t>
        <a:bodyPr/>
        <a:lstStyle/>
        <a:p>
          <a:r>
            <a:rPr lang="en-US"/>
            <a:t>• Weather impact analysis</a:t>
          </a:r>
        </a:p>
      </dgm:t>
    </dgm:pt>
    <dgm:pt modelId="{68BE186D-828A-4DC9-90BF-F8CB50AECCFB}" type="parTrans" cxnId="{126C0F43-98AC-44E4-BB9C-3414F1DD2FE4}">
      <dgm:prSet/>
      <dgm:spPr/>
      <dgm:t>
        <a:bodyPr/>
        <a:lstStyle/>
        <a:p>
          <a:endParaRPr lang="en-US"/>
        </a:p>
      </dgm:t>
    </dgm:pt>
    <dgm:pt modelId="{7CF3CE5F-74E5-4809-8D12-1C3F96877964}" type="sibTrans" cxnId="{126C0F43-98AC-44E4-BB9C-3414F1DD2FE4}">
      <dgm:prSet/>
      <dgm:spPr/>
      <dgm:t>
        <a:bodyPr/>
        <a:lstStyle/>
        <a:p>
          <a:endParaRPr lang="en-US"/>
        </a:p>
      </dgm:t>
    </dgm:pt>
    <dgm:pt modelId="{80B3FBD7-A1E6-48FA-A44C-A744C1C14D8E}">
      <dgm:prSet/>
      <dgm:spPr/>
      <dgm:t>
        <a:bodyPr/>
        <a:lstStyle/>
        <a:p>
          <a:r>
            <a:rPr lang="en-US"/>
            <a:t>• Weekend vs weekday comparison</a:t>
          </a:r>
        </a:p>
      </dgm:t>
    </dgm:pt>
    <dgm:pt modelId="{D61873BB-0EDB-4EDF-AB1A-136B6C6E30BE}" type="parTrans" cxnId="{4F81363A-9935-4449-9690-3BF3D3FAE99E}">
      <dgm:prSet/>
      <dgm:spPr/>
      <dgm:t>
        <a:bodyPr/>
        <a:lstStyle/>
        <a:p>
          <a:endParaRPr lang="en-US"/>
        </a:p>
      </dgm:t>
    </dgm:pt>
    <dgm:pt modelId="{E9FBC760-861A-4547-A3D0-4213291C9A08}" type="sibTrans" cxnId="{4F81363A-9935-4449-9690-3BF3D3FAE99E}">
      <dgm:prSet/>
      <dgm:spPr/>
      <dgm:t>
        <a:bodyPr/>
        <a:lstStyle/>
        <a:p>
          <a:endParaRPr lang="en-US"/>
        </a:p>
      </dgm:t>
    </dgm:pt>
    <dgm:pt modelId="{65A96BB7-EDB4-4027-8160-3B3CE21CD62C}">
      <dgm:prSet/>
      <dgm:spPr/>
      <dgm:t>
        <a:bodyPr/>
        <a:lstStyle/>
        <a:p>
          <a:r>
            <a:rPr lang="en-US"/>
            <a:t>• Seasonal trends</a:t>
          </a:r>
        </a:p>
      </dgm:t>
    </dgm:pt>
    <dgm:pt modelId="{8A654C03-B3B9-4615-B599-86533E84BD6B}" type="parTrans" cxnId="{0141A235-AA58-4D92-AF2E-9D4BF0A205E4}">
      <dgm:prSet/>
      <dgm:spPr/>
      <dgm:t>
        <a:bodyPr/>
        <a:lstStyle/>
        <a:p>
          <a:endParaRPr lang="en-US"/>
        </a:p>
      </dgm:t>
    </dgm:pt>
    <dgm:pt modelId="{8ACF5D33-0570-4E4B-8E19-3F8A274743CD}" type="sibTrans" cxnId="{0141A235-AA58-4D92-AF2E-9D4BF0A205E4}">
      <dgm:prSet/>
      <dgm:spPr/>
      <dgm:t>
        <a:bodyPr/>
        <a:lstStyle/>
        <a:p>
          <a:endParaRPr lang="en-US"/>
        </a:p>
      </dgm:t>
    </dgm:pt>
    <dgm:pt modelId="{863147AD-0D9D-4487-92B4-F8A8477553BA}" type="pres">
      <dgm:prSet presAssocID="{3D32F192-08D0-4A16-9C42-D6AD84F1E7CB}" presName="matrix" presStyleCnt="0">
        <dgm:presLayoutVars>
          <dgm:chMax val="1"/>
          <dgm:dir/>
          <dgm:resizeHandles val="exact"/>
        </dgm:presLayoutVars>
      </dgm:prSet>
      <dgm:spPr/>
    </dgm:pt>
    <dgm:pt modelId="{CB9B8D8A-E68E-4AC3-A104-A8C18E64EC62}" type="pres">
      <dgm:prSet presAssocID="{3D32F192-08D0-4A16-9C42-D6AD84F1E7CB}" presName="diamond" presStyleLbl="bgShp" presStyleIdx="0" presStyleCnt="1"/>
      <dgm:spPr/>
    </dgm:pt>
    <dgm:pt modelId="{4D45FD87-0CCA-4806-8CB5-F66B31291830}" type="pres">
      <dgm:prSet presAssocID="{3D32F192-08D0-4A16-9C42-D6AD84F1E7C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D11CFB1-ACC4-466E-91EC-13DE2ABA63AB}" type="pres">
      <dgm:prSet presAssocID="{3D32F192-08D0-4A16-9C42-D6AD84F1E7C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45AC3A9-4272-4A20-B733-6288E53C7711}" type="pres">
      <dgm:prSet presAssocID="{3D32F192-08D0-4A16-9C42-D6AD84F1E7C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0FF2FA9-69BD-4C7C-B57C-74679CF5A130}" type="pres">
      <dgm:prSet presAssocID="{3D32F192-08D0-4A16-9C42-D6AD84F1E7C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41A235-AA58-4D92-AF2E-9D4BF0A205E4}" srcId="{3D32F192-08D0-4A16-9C42-D6AD84F1E7CB}" destId="{65A96BB7-EDB4-4027-8160-3B3CE21CD62C}" srcOrd="3" destOrd="0" parTransId="{8A654C03-B3B9-4615-B599-86533E84BD6B}" sibTransId="{8ACF5D33-0570-4E4B-8E19-3F8A274743CD}"/>
    <dgm:cxn modelId="{4F81363A-9935-4449-9690-3BF3D3FAE99E}" srcId="{3D32F192-08D0-4A16-9C42-D6AD84F1E7CB}" destId="{80B3FBD7-A1E6-48FA-A44C-A744C1C14D8E}" srcOrd="2" destOrd="0" parTransId="{D61873BB-0EDB-4EDF-AB1A-136B6C6E30BE}" sibTransId="{E9FBC760-861A-4547-A3D0-4213291C9A08}"/>
    <dgm:cxn modelId="{126C0F43-98AC-44E4-BB9C-3414F1DD2FE4}" srcId="{3D32F192-08D0-4A16-9C42-D6AD84F1E7CB}" destId="{85630868-0437-4234-8E6A-23B94B320CC0}" srcOrd="1" destOrd="0" parTransId="{68BE186D-828A-4DC9-90BF-F8CB50AECCFB}" sibTransId="{7CF3CE5F-74E5-4809-8D12-1C3F96877964}"/>
    <dgm:cxn modelId="{E38C7849-EF7F-44BC-BC3A-B82AD5F7718B}" srcId="{3D32F192-08D0-4A16-9C42-D6AD84F1E7CB}" destId="{B0EC3F7A-8823-4FFB-9A58-C452162615C0}" srcOrd="0" destOrd="0" parTransId="{C5CC3AED-860C-4E40-953E-A1EEEB2870C8}" sibTransId="{6295931D-816A-4E83-81D0-59BCB6EA01E9}"/>
    <dgm:cxn modelId="{6D3F7782-043A-4CDE-8BB2-50C1D5A54FB0}" type="presOf" srcId="{80B3FBD7-A1E6-48FA-A44C-A744C1C14D8E}" destId="{845AC3A9-4272-4A20-B733-6288E53C7711}" srcOrd="0" destOrd="0" presId="urn:microsoft.com/office/officeart/2005/8/layout/matrix3"/>
    <dgm:cxn modelId="{93DF94CB-DDD7-4B7F-952A-4EE9D39F6513}" type="presOf" srcId="{85630868-0437-4234-8E6A-23B94B320CC0}" destId="{3D11CFB1-ACC4-466E-91EC-13DE2ABA63AB}" srcOrd="0" destOrd="0" presId="urn:microsoft.com/office/officeart/2005/8/layout/matrix3"/>
    <dgm:cxn modelId="{FCE4D2E9-E609-445C-A948-F907438188AF}" type="presOf" srcId="{B0EC3F7A-8823-4FFB-9A58-C452162615C0}" destId="{4D45FD87-0CCA-4806-8CB5-F66B31291830}" srcOrd="0" destOrd="0" presId="urn:microsoft.com/office/officeart/2005/8/layout/matrix3"/>
    <dgm:cxn modelId="{E53A9CED-7BC6-43DC-A1C6-DFE492F59206}" type="presOf" srcId="{65A96BB7-EDB4-4027-8160-3B3CE21CD62C}" destId="{80FF2FA9-69BD-4C7C-B57C-74679CF5A130}" srcOrd="0" destOrd="0" presId="urn:microsoft.com/office/officeart/2005/8/layout/matrix3"/>
    <dgm:cxn modelId="{EE1D13F4-0BB3-4C8C-AF07-0604EBC3BAAE}" type="presOf" srcId="{3D32F192-08D0-4A16-9C42-D6AD84F1E7CB}" destId="{863147AD-0D9D-4487-92B4-F8A8477553BA}" srcOrd="0" destOrd="0" presId="urn:microsoft.com/office/officeart/2005/8/layout/matrix3"/>
    <dgm:cxn modelId="{B7F1EDF4-DDB9-4B5C-A949-C54B720BF912}" type="presParOf" srcId="{863147AD-0D9D-4487-92B4-F8A8477553BA}" destId="{CB9B8D8A-E68E-4AC3-A104-A8C18E64EC62}" srcOrd="0" destOrd="0" presId="urn:microsoft.com/office/officeart/2005/8/layout/matrix3"/>
    <dgm:cxn modelId="{3E8AC92A-00CF-46DC-B89E-33AA5F8BCA84}" type="presParOf" srcId="{863147AD-0D9D-4487-92B4-F8A8477553BA}" destId="{4D45FD87-0CCA-4806-8CB5-F66B31291830}" srcOrd="1" destOrd="0" presId="urn:microsoft.com/office/officeart/2005/8/layout/matrix3"/>
    <dgm:cxn modelId="{6E4CFFD5-54AD-415C-A708-08CB0A6E42DE}" type="presParOf" srcId="{863147AD-0D9D-4487-92B4-F8A8477553BA}" destId="{3D11CFB1-ACC4-466E-91EC-13DE2ABA63AB}" srcOrd="2" destOrd="0" presId="urn:microsoft.com/office/officeart/2005/8/layout/matrix3"/>
    <dgm:cxn modelId="{27EB6038-AF8B-4B02-9DB9-F5D647F4DD7A}" type="presParOf" srcId="{863147AD-0D9D-4487-92B4-F8A8477553BA}" destId="{845AC3A9-4272-4A20-B733-6288E53C7711}" srcOrd="3" destOrd="0" presId="urn:microsoft.com/office/officeart/2005/8/layout/matrix3"/>
    <dgm:cxn modelId="{7598A8C2-E7F6-496C-B6BA-7C5E6F64A654}" type="presParOf" srcId="{863147AD-0D9D-4487-92B4-F8A8477553BA}" destId="{80FF2FA9-69BD-4C7C-B57C-74679CF5A13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ED1E622-71AD-4764-A295-23540437511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681F8D-A8F5-4174-8BF0-B9EB84AC65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Demand increased during daytime</a:t>
          </a:r>
        </a:p>
      </dgm:t>
    </dgm:pt>
    <dgm:pt modelId="{04A16514-D18F-4FC3-A877-1735AD5C547F}" type="parTrans" cxnId="{CA28CD96-0A90-4AAB-AD20-2527D7B73EF1}">
      <dgm:prSet/>
      <dgm:spPr/>
      <dgm:t>
        <a:bodyPr/>
        <a:lstStyle/>
        <a:p>
          <a:endParaRPr lang="en-US"/>
        </a:p>
      </dgm:t>
    </dgm:pt>
    <dgm:pt modelId="{44F41807-F08A-487D-962F-2BD22785FE2C}" type="sibTrans" cxnId="{CA28CD96-0A90-4AAB-AD20-2527D7B73EF1}">
      <dgm:prSet/>
      <dgm:spPr/>
      <dgm:t>
        <a:bodyPr/>
        <a:lstStyle/>
        <a:p>
          <a:endParaRPr lang="en-US"/>
        </a:p>
      </dgm:t>
    </dgm:pt>
    <dgm:pt modelId="{D1DF5749-F7A6-4501-82EA-B808A33326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Rain reduced rentals</a:t>
          </a:r>
        </a:p>
      </dgm:t>
    </dgm:pt>
    <dgm:pt modelId="{F8FA416B-05EE-4025-8A5E-71C35C296254}" type="parTrans" cxnId="{945C8C23-918B-4554-8006-435699626ACB}">
      <dgm:prSet/>
      <dgm:spPr/>
      <dgm:t>
        <a:bodyPr/>
        <a:lstStyle/>
        <a:p>
          <a:endParaRPr lang="en-US"/>
        </a:p>
      </dgm:t>
    </dgm:pt>
    <dgm:pt modelId="{EF1CB394-F53E-46E8-9825-0D5C6C57FCB9}" type="sibTrans" cxnId="{945C8C23-918B-4554-8006-435699626ACB}">
      <dgm:prSet/>
      <dgm:spPr/>
      <dgm:t>
        <a:bodyPr/>
        <a:lstStyle/>
        <a:p>
          <a:endParaRPr lang="en-US"/>
        </a:p>
      </dgm:t>
    </dgm:pt>
    <dgm:pt modelId="{A9E6EBA2-0BA8-488A-9B37-AC5427FCB9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Registered users rented more bikes</a:t>
          </a:r>
        </a:p>
      </dgm:t>
    </dgm:pt>
    <dgm:pt modelId="{6A32201D-FD53-4DB9-9442-339C3F39D5EE}" type="parTrans" cxnId="{3ADC13E6-1104-4D36-B5FB-0568BFC18AFF}">
      <dgm:prSet/>
      <dgm:spPr/>
      <dgm:t>
        <a:bodyPr/>
        <a:lstStyle/>
        <a:p>
          <a:endParaRPr lang="en-US"/>
        </a:p>
      </dgm:t>
    </dgm:pt>
    <dgm:pt modelId="{3DD5F194-8298-42FB-94C5-B82951D663ED}" type="sibTrans" cxnId="{3ADC13E6-1104-4D36-B5FB-0568BFC18AFF}">
      <dgm:prSet/>
      <dgm:spPr/>
      <dgm:t>
        <a:bodyPr/>
        <a:lstStyle/>
        <a:p>
          <a:endParaRPr lang="en-US"/>
        </a:p>
      </dgm:t>
    </dgm:pt>
    <dgm:pt modelId="{B74DEF77-E920-49BD-91A1-5547951B51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Summer had highest demand</a:t>
          </a:r>
        </a:p>
      </dgm:t>
    </dgm:pt>
    <dgm:pt modelId="{A06C3717-4DE5-43C0-813D-F9DCD5720485}" type="parTrans" cxnId="{8F3C7833-969F-4F93-9FF0-1EE7F80CDD3D}">
      <dgm:prSet/>
      <dgm:spPr/>
      <dgm:t>
        <a:bodyPr/>
        <a:lstStyle/>
        <a:p>
          <a:endParaRPr lang="en-US"/>
        </a:p>
      </dgm:t>
    </dgm:pt>
    <dgm:pt modelId="{371CEFD0-0344-4060-B890-3EC0BF6F9297}" type="sibTrans" cxnId="{8F3C7833-969F-4F93-9FF0-1EE7F80CDD3D}">
      <dgm:prSet/>
      <dgm:spPr/>
      <dgm:t>
        <a:bodyPr/>
        <a:lstStyle/>
        <a:p>
          <a:endParaRPr lang="en-US"/>
        </a:p>
      </dgm:t>
    </dgm:pt>
    <dgm:pt modelId="{56B24470-7033-47C1-9F35-C1178C30A29F}" type="pres">
      <dgm:prSet presAssocID="{FED1E622-71AD-4764-A295-23540437511F}" presName="root" presStyleCnt="0">
        <dgm:presLayoutVars>
          <dgm:dir/>
          <dgm:resizeHandles val="exact"/>
        </dgm:presLayoutVars>
      </dgm:prSet>
      <dgm:spPr/>
    </dgm:pt>
    <dgm:pt modelId="{D7A472FC-6B7F-4711-A660-02CB8E99B738}" type="pres">
      <dgm:prSet presAssocID="{D2681F8D-A8F5-4174-8BF0-B9EB84AC650C}" presName="compNode" presStyleCnt="0"/>
      <dgm:spPr/>
    </dgm:pt>
    <dgm:pt modelId="{E553F9A7-B923-4759-B73D-F1BBE2639E73}" type="pres">
      <dgm:prSet presAssocID="{D2681F8D-A8F5-4174-8BF0-B9EB84AC650C}" presName="bgRect" presStyleLbl="bgShp" presStyleIdx="0" presStyleCnt="4"/>
      <dgm:spPr/>
    </dgm:pt>
    <dgm:pt modelId="{333D579E-907B-4F35-9AF1-F1429C547C99}" type="pres">
      <dgm:prSet presAssocID="{D2681F8D-A8F5-4174-8BF0-B9EB84AC650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6F2582B3-092E-4A9E-AD28-C052C1187D52}" type="pres">
      <dgm:prSet presAssocID="{D2681F8D-A8F5-4174-8BF0-B9EB84AC650C}" presName="spaceRect" presStyleCnt="0"/>
      <dgm:spPr/>
    </dgm:pt>
    <dgm:pt modelId="{EE5BC684-3A86-4F22-869B-3CD11069DC9B}" type="pres">
      <dgm:prSet presAssocID="{D2681F8D-A8F5-4174-8BF0-B9EB84AC650C}" presName="parTx" presStyleLbl="revTx" presStyleIdx="0" presStyleCnt="4">
        <dgm:presLayoutVars>
          <dgm:chMax val="0"/>
          <dgm:chPref val="0"/>
        </dgm:presLayoutVars>
      </dgm:prSet>
      <dgm:spPr/>
    </dgm:pt>
    <dgm:pt modelId="{8A83AA35-8ED1-4C50-99A3-46F82661294B}" type="pres">
      <dgm:prSet presAssocID="{44F41807-F08A-487D-962F-2BD22785FE2C}" presName="sibTrans" presStyleCnt="0"/>
      <dgm:spPr/>
    </dgm:pt>
    <dgm:pt modelId="{D1128554-1D64-43FB-BD1A-60FB5E6A2AD3}" type="pres">
      <dgm:prSet presAssocID="{D1DF5749-F7A6-4501-82EA-B808A3332639}" presName="compNode" presStyleCnt="0"/>
      <dgm:spPr/>
    </dgm:pt>
    <dgm:pt modelId="{3BF13257-4121-49C7-94EA-C9C73EE62BEC}" type="pres">
      <dgm:prSet presAssocID="{D1DF5749-F7A6-4501-82EA-B808A3332639}" presName="bgRect" presStyleLbl="bgShp" presStyleIdx="1" presStyleCnt="4"/>
      <dgm:spPr/>
    </dgm:pt>
    <dgm:pt modelId="{A7AD2668-D1A1-4E55-9DB0-0FA6192EE749}" type="pres">
      <dgm:prSet presAssocID="{D1DF5749-F7A6-4501-82EA-B808A333263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8DC54A1D-2E93-4DDA-A2C1-8AB1D7EDEA32}" type="pres">
      <dgm:prSet presAssocID="{D1DF5749-F7A6-4501-82EA-B808A3332639}" presName="spaceRect" presStyleCnt="0"/>
      <dgm:spPr/>
    </dgm:pt>
    <dgm:pt modelId="{A6532BE4-CC9E-494A-B010-D9502479E8E7}" type="pres">
      <dgm:prSet presAssocID="{D1DF5749-F7A6-4501-82EA-B808A3332639}" presName="parTx" presStyleLbl="revTx" presStyleIdx="1" presStyleCnt="4">
        <dgm:presLayoutVars>
          <dgm:chMax val="0"/>
          <dgm:chPref val="0"/>
        </dgm:presLayoutVars>
      </dgm:prSet>
      <dgm:spPr/>
    </dgm:pt>
    <dgm:pt modelId="{279BAE4E-0267-413E-9005-F9AEC0CE5D50}" type="pres">
      <dgm:prSet presAssocID="{EF1CB394-F53E-46E8-9825-0D5C6C57FCB9}" presName="sibTrans" presStyleCnt="0"/>
      <dgm:spPr/>
    </dgm:pt>
    <dgm:pt modelId="{3FE394F5-9D53-40EF-8A42-870B9BC3B5C1}" type="pres">
      <dgm:prSet presAssocID="{A9E6EBA2-0BA8-488A-9B37-AC5427FCB9D5}" presName="compNode" presStyleCnt="0"/>
      <dgm:spPr/>
    </dgm:pt>
    <dgm:pt modelId="{BDC1389E-F4CE-4C93-8D68-C7BA8A34F583}" type="pres">
      <dgm:prSet presAssocID="{A9E6EBA2-0BA8-488A-9B37-AC5427FCB9D5}" presName="bgRect" presStyleLbl="bgShp" presStyleIdx="2" presStyleCnt="4"/>
      <dgm:spPr/>
    </dgm:pt>
    <dgm:pt modelId="{27954148-DB13-4EF1-9F42-B1C4CE5F1891}" type="pres">
      <dgm:prSet presAssocID="{A9E6EBA2-0BA8-488A-9B37-AC5427FCB9D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E0AC515E-4160-42B8-A5F5-711529D9B870}" type="pres">
      <dgm:prSet presAssocID="{A9E6EBA2-0BA8-488A-9B37-AC5427FCB9D5}" presName="spaceRect" presStyleCnt="0"/>
      <dgm:spPr/>
    </dgm:pt>
    <dgm:pt modelId="{5A0D93E5-54E9-46CB-BB99-99C3FE2DBECB}" type="pres">
      <dgm:prSet presAssocID="{A9E6EBA2-0BA8-488A-9B37-AC5427FCB9D5}" presName="parTx" presStyleLbl="revTx" presStyleIdx="2" presStyleCnt="4">
        <dgm:presLayoutVars>
          <dgm:chMax val="0"/>
          <dgm:chPref val="0"/>
        </dgm:presLayoutVars>
      </dgm:prSet>
      <dgm:spPr/>
    </dgm:pt>
    <dgm:pt modelId="{CE94E8F6-DF55-4583-AF61-897BEF5E4FF7}" type="pres">
      <dgm:prSet presAssocID="{3DD5F194-8298-42FB-94C5-B82951D663ED}" presName="sibTrans" presStyleCnt="0"/>
      <dgm:spPr/>
    </dgm:pt>
    <dgm:pt modelId="{F3685FCB-B19E-467C-B73B-E574A0EA6F07}" type="pres">
      <dgm:prSet presAssocID="{B74DEF77-E920-49BD-91A1-5547951B51F3}" presName="compNode" presStyleCnt="0"/>
      <dgm:spPr/>
    </dgm:pt>
    <dgm:pt modelId="{7D34376E-4955-408B-A440-EED83C4B676F}" type="pres">
      <dgm:prSet presAssocID="{B74DEF77-E920-49BD-91A1-5547951B51F3}" presName="bgRect" presStyleLbl="bgShp" presStyleIdx="3" presStyleCnt="4"/>
      <dgm:spPr/>
    </dgm:pt>
    <dgm:pt modelId="{22ACD749-3672-4AD4-B6AA-8835A8FCC527}" type="pres">
      <dgm:prSet presAssocID="{B74DEF77-E920-49BD-91A1-5547951B51F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glasses"/>
        </a:ext>
      </dgm:extLst>
    </dgm:pt>
    <dgm:pt modelId="{1F335B64-35E0-4C0C-A73B-11CF156DB3DE}" type="pres">
      <dgm:prSet presAssocID="{B74DEF77-E920-49BD-91A1-5547951B51F3}" presName="spaceRect" presStyleCnt="0"/>
      <dgm:spPr/>
    </dgm:pt>
    <dgm:pt modelId="{2C50D3F4-718C-426A-8E44-D00ED9F47380}" type="pres">
      <dgm:prSet presAssocID="{B74DEF77-E920-49BD-91A1-5547951B51F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472021B-B6E4-4503-AC85-756E7E7CBC80}" type="presOf" srcId="{B74DEF77-E920-49BD-91A1-5547951B51F3}" destId="{2C50D3F4-718C-426A-8E44-D00ED9F47380}" srcOrd="0" destOrd="0" presId="urn:microsoft.com/office/officeart/2018/2/layout/IconVerticalSolidList"/>
    <dgm:cxn modelId="{945C8C23-918B-4554-8006-435699626ACB}" srcId="{FED1E622-71AD-4764-A295-23540437511F}" destId="{D1DF5749-F7A6-4501-82EA-B808A3332639}" srcOrd="1" destOrd="0" parTransId="{F8FA416B-05EE-4025-8A5E-71C35C296254}" sibTransId="{EF1CB394-F53E-46E8-9825-0D5C6C57FCB9}"/>
    <dgm:cxn modelId="{A2A97028-C88A-4848-996D-35514433885B}" type="presOf" srcId="{A9E6EBA2-0BA8-488A-9B37-AC5427FCB9D5}" destId="{5A0D93E5-54E9-46CB-BB99-99C3FE2DBECB}" srcOrd="0" destOrd="0" presId="urn:microsoft.com/office/officeart/2018/2/layout/IconVerticalSolidList"/>
    <dgm:cxn modelId="{8F3C7833-969F-4F93-9FF0-1EE7F80CDD3D}" srcId="{FED1E622-71AD-4764-A295-23540437511F}" destId="{B74DEF77-E920-49BD-91A1-5547951B51F3}" srcOrd="3" destOrd="0" parTransId="{A06C3717-4DE5-43C0-813D-F9DCD5720485}" sibTransId="{371CEFD0-0344-4060-B890-3EC0BF6F9297}"/>
    <dgm:cxn modelId="{CA28CD96-0A90-4AAB-AD20-2527D7B73EF1}" srcId="{FED1E622-71AD-4764-A295-23540437511F}" destId="{D2681F8D-A8F5-4174-8BF0-B9EB84AC650C}" srcOrd="0" destOrd="0" parTransId="{04A16514-D18F-4FC3-A877-1735AD5C547F}" sibTransId="{44F41807-F08A-487D-962F-2BD22785FE2C}"/>
    <dgm:cxn modelId="{10D80BB2-4EBD-43ED-93D6-BB070CD76927}" type="presOf" srcId="{FED1E622-71AD-4764-A295-23540437511F}" destId="{56B24470-7033-47C1-9F35-C1178C30A29F}" srcOrd="0" destOrd="0" presId="urn:microsoft.com/office/officeart/2018/2/layout/IconVerticalSolidList"/>
    <dgm:cxn modelId="{B02B72C8-6B6C-467E-84DB-FF40504BBEFA}" type="presOf" srcId="{D2681F8D-A8F5-4174-8BF0-B9EB84AC650C}" destId="{EE5BC684-3A86-4F22-869B-3CD11069DC9B}" srcOrd="0" destOrd="0" presId="urn:microsoft.com/office/officeart/2018/2/layout/IconVerticalSolidList"/>
    <dgm:cxn modelId="{3ADC13E6-1104-4D36-B5FB-0568BFC18AFF}" srcId="{FED1E622-71AD-4764-A295-23540437511F}" destId="{A9E6EBA2-0BA8-488A-9B37-AC5427FCB9D5}" srcOrd="2" destOrd="0" parTransId="{6A32201D-FD53-4DB9-9442-339C3F39D5EE}" sibTransId="{3DD5F194-8298-42FB-94C5-B82951D663ED}"/>
    <dgm:cxn modelId="{772D41F8-D1F0-43C9-9C92-7B105FD41949}" type="presOf" srcId="{D1DF5749-F7A6-4501-82EA-B808A3332639}" destId="{A6532BE4-CC9E-494A-B010-D9502479E8E7}" srcOrd="0" destOrd="0" presId="urn:microsoft.com/office/officeart/2018/2/layout/IconVerticalSolidList"/>
    <dgm:cxn modelId="{9F0804FD-2929-4EDC-8F59-CBAA4E4D785E}" type="presParOf" srcId="{56B24470-7033-47C1-9F35-C1178C30A29F}" destId="{D7A472FC-6B7F-4711-A660-02CB8E99B738}" srcOrd="0" destOrd="0" presId="urn:microsoft.com/office/officeart/2018/2/layout/IconVerticalSolidList"/>
    <dgm:cxn modelId="{F377EB62-CBF3-4F5E-ACCF-E2D0357F0B29}" type="presParOf" srcId="{D7A472FC-6B7F-4711-A660-02CB8E99B738}" destId="{E553F9A7-B923-4759-B73D-F1BBE2639E73}" srcOrd="0" destOrd="0" presId="urn:microsoft.com/office/officeart/2018/2/layout/IconVerticalSolidList"/>
    <dgm:cxn modelId="{73D0A665-38AD-4376-9C89-62AAF1FA5DE2}" type="presParOf" srcId="{D7A472FC-6B7F-4711-A660-02CB8E99B738}" destId="{333D579E-907B-4F35-9AF1-F1429C547C99}" srcOrd="1" destOrd="0" presId="urn:microsoft.com/office/officeart/2018/2/layout/IconVerticalSolidList"/>
    <dgm:cxn modelId="{65BA3150-40CB-40BB-B889-8BCF59957F7A}" type="presParOf" srcId="{D7A472FC-6B7F-4711-A660-02CB8E99B738}" destId="{6F2582B3-092E-4A9E-AD28-C052C1187D52}" srcOrd="2" destOrd="0" presId="urn:microsoft.com/office/officeart/2018/2/layout/IconVerticalSolidList"/>
    <dgm:cxn modelId="{B0E286B2-257F-4A70-BF41-390C4F751CBB}" type="presParOf" srcId="{D7A472FC-6B7F-4711-A660-02CB8E99B738}" destId="{EE5BC684-3A86-4F22-869B-3CD11069DC9B}" srcOrd="3" destOrd="0" presId="urn:microsoft.com/office/officeart/2018/2/layout/IconVerticalSolidList"/>
    <dgm:cxn modelId="{D6742284-769D-40CE-B9D3-602FED8999BF}" type="presParOf" srcId="{56B24470-7033-47C1-9F35-C1178C30A29F}" destId="{8A83AA35-8ED1-4C50-99A3-46F82661294B}" srcOrd="1" destOrd="0" presId="urn:microsoft.com/office/officeart/2018/2/layout/IconVerticalSolidList"/>
    <dgm:cxn modelId="{AE29FC05-20B5-4D09-A0DA-AF60FE5B45B1}" type="presParOf" srcId="{56B24470-7033-47C1-9F35-C1178C30A29F}" destId="{D1128554-1D64-43FB-BD1A-60FB5E6A2AD3}" srcOrd="2" destOrd="0" presId="urn:microsoft.com/office/officeart/2018/2/layout/IconVerticalSolidList"/>
    <dgm:cxn modelId="{3C4CE42C-609E-41FC-B494-5FC1A1CE71E5}" type="presParOf" srcId="{D1128554-1D64-43FB-BD1A-60FB5E6A2AD3}" destId="{3BF13257-4121-49C7-94EA-C9C73EE62BEC}" srcOrd="0" destOrd="0" presId="urn:microsoft.com/office/officeart/2018/2/layout/IconVerticalSolidList"/>
    <dgm:cxn modelId="{0977E719-9BF2-4CB5-A3EF-757C8ACA92C3}" type="presParOf" srcId="{D1128554-1D64-43FB-BD1A-60FB5E6A2AD3}" destId="{A7AD2668-D1A1-4E55-9DB0-0FA6192EE749}" srcOrd="1" destOrd="0" presId="urn:microsoft.com/office/officeart/2018/2/layout/IconVerticalSolidList"/>
    <dgm:cxn modelId="{38DAF73F-9991-490D-B87F-8BA32D322A8C}" type="presParOf" srcId="{D1128554-1D64-43FB-BD1A-60FB5E6A2AD3}" destId="{8DC54A1D-2E93-4DDA-A2C1-8AB1D7EDEA32}" srcOrd="2" destOrd="0" presId="urn:microsoft.com/office/officeart/2018/2/layout/IconVerticalSolidList"/>
    <dgm:cxn modelId="{295E001E-F01E-4F1C-AD9D-81B8B007343B}" type="presParOf" srcId="{D1128554-1D64-43FB-BD1A-60FB5E6A2AD3}" destId="{A6532BE4-CC9E-494A-B010-D9502479E8E7}" srcOrd="3" destOrd="0" presId="urn:microsoft.com/office/officeart/2018/2/layout/IconVerticalSolidList"/>
    <dgm:cxn modelId="{96F59324-5D27-4E51-A6CD-93D78AC9D20C}" type="presParOf" srcId="{56B24470-7033-47C1-9F35-C1178C30A29F}" destId="{279BAE4E-0267-413E-9005-F9AEC0CE5D50}" srcOrd="3" destOrd="0" presId="urn:microsoft.com/office/officeart/2018/2/layout/IconVerticalSolidList"/>
    <dgm:cxn modelId="{BD1A6FE0-5FE2-4E6C-B00B-572253DE0D6A}" type="presParOf" srcId="{56B24470-7033-47C1-9F35-C1178C30A29F}" destId="{3FE394F5-9D53-40EF-8A42-870B9BC3B5C1}" srcOrd="4" destOrd="0" presId="urn:microsoft.com/office/officeart/2018/2/layout/IconVerticalSolidList"/>
    <dgm:cxn modelId="{D8B647EF-FAF1-4F1E-B994-7A988185E5B1}" type="presParOf" srcId="{3FE394F5-9D53-40EF-8A42-870B9BC3B5C1}" destId="{BDC1389E-F4CE-4C93-8D68-C7BA8A34F583}" srcOrd="0" destOrd="0" presId="urn:microsoft.com/office/officeart/2018/2/layout/IconVerticalSolidList"/>
    <dgm:cxn modelId="{38FFC6D6-1EE8-4708-996C-445208047EA7}" type="presParOf" srcId="{3FE394F5-9D53-40EF-8A42-870B9BC3B5C1}" destId="{27954148-DB13-4EF1-9F42-B1C4CE5F1891}" srcOrd="1" destOrd="0" presId="urn:microsoft.com/office/officeart/2018/2/layout/IconVerticalSolidList"/>
    <dgm:cxn modelId="{D9780658-02C1-4889-AA92-F8F9B229C305}" type="presParOf" srcId="{3FE394F5-9D53-40EF-8A42-870B9BC3B5C1}" destId="{E0AC515E-4160-42B8-A5F5-711529D9B870}" srcOrd="2" destOrd="0" presId="urn:microsoft.com/office/officeart/2018/2/layout/IconVerticalSolidList"/>
    <dgm:cxn modelId="{396A98E5-14F6-4A0D-A771-615570F96FB2}" type="presParOf" srcId="{3FE394F5-9D53-40EF-8A42-870B9BC3B5C1}" destId="{5A0D93E5-54E9-46CB-BB99-99C3FE2DBECB}" srcOrd="3" destOrd="0" presId="urn:microsoft.com/office/officeart/2018/2/layout/IconVerticalSolidList"/>
    <dgm:cxn modelId="{18408501-F00E-4696-968D-C34C6D2846DD}" type="presParOf" srcId="{56B24470-7033-47C1-9F35-C1178C30A29F}" destId="{CE94E8F6-DF55-4583-AF61-897BEF5E4FF7}" srcOrd="5" destOrd="0" presId="urn:microsoft.com/office/officeart/2018/2/layout/IconVerticalSolidList"/>
    <dgm:cxn modelId="{EA9CA619-60A5-4B0B-BEA2-DD6F6635F227}" type="presParOf" srcId="{56B24470-7033-47C1-9F35-C1178C30A29F}" destId="{F3685FCB-B19E-467C-B73B-E574A0EA6F07}" srcOrd="6" destOrd="0" presId="urn:microsoft.com/office/officeart/2018/2/layout/IconVerticalSolidList"/>
    <dgm:cxn modelId="{53EA0F8F-B92F-4287-9757-B1345B7DBD52}" type="presParOf" srcId="{F3685FCB-B19E-467C-B73B-E574A0EA6F07}" destId="{7D34376E-4955-408B-A440-EED83C4B676F}" srcOrd="0" destOrd="0" presId="urn:microsoft.com/office/officeart/2018/2/layout/IconVerticalSolidList"/>
    <dgm:cxn modelId="{FBE2E7F3-8E08-43AB-9ADE-938528AE324D}" type="presParOf" srcId="{F3685FCB-B19E-467C-B73B-E574A0EA6F07}" destId="{22ACD749-3672-4AD4-B6AA-8835A8FCC527}" srcOrd="1" destOrd="0" presId="urn:microsoft.com/office/officeart/2018/2/layout/IconVerticalSolidList"/>
    <dgm:cxn modelId="{6F6030E4-7C51-4A4E-A8B3-6617B48F9341}" type="presParOf" srcId="{F3685FCB-B19E-467C-B73B-E574A0EA6F07}" destId="{1F335B64-35E0-4C0C-A73B-11CF156DB3DE}" srcOrd="2" destOrd="0" presId="urn:microsoft.com/office/officeart/2018/2/layout/IconVerticalSolidList"/>
    <dgm:cxn modelId="{906A0191-0982-41E0-B842-A5FBF4635468}" type="presParOf" srcId="{F3685FCB-B19E-467C-B73B-E574A0EA6F07}" destId="{2C50D3F4-718C-426A-8E44-D00ED9F4738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418ABD0-79F5-491E-A547-39CF420AA072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EF639B-B0B9-4B6D-A01E-C0B8DFC8B58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</a:t>
          </a:r>
          <a:r>
            <a:rPr lang="en-US" dirty="0">
              <a:solidFill>
                <a:schemeClr val="bg2"/>
              </a:solidFill>
            </a:rPr>
            <a:t>Increase bikes during peak hours</a:t>
          </a:r>
        </a:p>
      </dgm:t>
    </dgm:pt>
    <dgm:pt modelId="{934DB3B6-B1A8-4446-92B5-E48700D85A53}" type="parTrans" cxnId="{C08F7688-6210-4445-AD5D-F5C694915772}">
      <dgm:prSet/>
      <dgm:spPr/>
      <dgm:t>
        <a:bodyPr/>
        <a:lstStyle/>
        <a:p>
          <a:endParaRPr lang="en-US"/>
        </a:p>
      </dgm:t>
    </dgm:pt>
    <dgm:pt modelId="{AE2DC145-F08A-4975-B752-1F39B64D2778}" type="sibTrans" cxnId="{C08F7688-6210-4445-AD5D-F5C694915772}">
      <dgm:prSet/>
      <dgm:spPr/>
      <dgm:t>
        <a:bodyPr/>
        <a:lstStyle/>
        <a:p>
          <a:endParaRPr lang="en-US"/>
        </a:p>
      </dgm:t>
    </dgm:pt>
    <dgm:pt modelId="{5A61BD2D-F553-41BE-9B08-5BCCD8A8A05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2"/>
              </a:solidFill>
            </a:rPr>
            <a:t>• Improve weekend service</a:t>
          </a:r>
        </a:p>
      </dgm:t>
    </dgm:pt>
    <dgm:pt modelId="{6CFC77ED-BE0F-49DE-95DD-CEBAD74BD642}" type="parTrans" cxnId="{96159D62-0B0B-4B79-B7E6-21576E2D1D31}">
      <dgm:prSet/>
      <dgm:spPr/>
      <dgm:t>
        <a:bodyPr/>
        <a:lstStyle/>
        <a:p>
          <a:endParaRPr lang="en-US"/>
        </a:p>
      </dgm:t>
    </dgm:pt>
    <dgm:pt modelId="{88022ABD-EA77-4456-97BD-D4CC3CCB6231}" type="sibTrans" cxnId="{96159D62-0B0B-4B79-B7E6-21576E2D1D31}">
      <dgm:prSet/>
      <dgm:spPr/>
      <dgm:t>
        <a:bodyPr/>
        <a:lstStyle/>
        <a:p>
          <a:endParaRPr lang="en-US"/>
        </a:p>
      </dgm:t>
    </dgm:pt>
    <dgm:pt modelId="{B2D3211E-C3FE-4E4D-A2A6-0D45E36813C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</a:t>
          </a:r>
          <a:r>
            <a:rPr lang="en-US" dirty="0">
              <a:solidFill>
                <a:schemeClr val="bg2"/>
              </a:solidFill>
            </a:rPr>
            <a:t>Use forecasting for planning</a:t>
          </a:r>
        </a:p>
      </dgm:t>
    </dgm:pt>
    <dgm:pt modelId="{3C5B5F8C-4A06-425F-8D6F-30227B3B1C61}" type="parTrans" cxnId="{FC358816-462F-4516-B224-D9286C1DC18F}">
      <dgm:prSet/>
      <dgm:spPr/>
      <dgm:t>
        <a:bodyPr/>
        <a:lstStyle/>
        <a:p>
          <a:endParaRPr lang="en-US"/>
        </a:p>
      </dgm:t>
    </dgm:pt>
    <dgm:pt modelId="{973FCF62-62EF-441A-9348-EE3B268634A4}" type="sibTrans" cxnId="{FC358816-462F-4516-B224-D9286C1DC18F}">
      <dgm:prSet/>
      <dgm:spPr/>
      <dgm:t>
        <a:bodyPr/>
        <a:lstStyle/>
        <a:p>
          <a:endParaRPr lang="en-US"/>
        </a:p>
      </dgm:t>
    </dgm:pt>
    <dgm:pt modelId="{364E898F-5E87-4DC4-8775-41D8B691B61B}" type="pres">
      <dgm:prSet presAssocID="{7418ABD0-79F5-491E-A547-39CF420AA072}" presName="root" presStyleCnt="0">
        <dgm:presLayoutVars>
          <dgm:dir/>
          <dgm:resizeHandles val="exact"/>
        </dgm:presLayoutVars>
      </dgm:prSet>
      <dgm:spPr/>
    </dgm:pt>
    <dgm:pt modelId="{5AC8B614-2F54-42B8-A9D5-8891F8267825}" type="pres">
      <dgm:prSet presAssocID="{98EF639B-B0B9-4B6D-A01E-C0B8DFC8B58F}" presName="compNode" presStyleCnt="0"/>
      <dgm:spPr/>
    </dgm:pt>
    <dgm:pt modelId="{1C044694-0C9B-4D50-8361-15B65A84206A}" type="pres">
      <dgm:prSet presAssocID="{98EF639B-B0B9-4B6D-A01E-C0B8DFC8B58F}" presName="iconBgRect" presStyleLbl="bgShp" presStyleIdx="0" presStyleCnt="3"/>
      <dgm:spPr/>
    </dgm:pt>
    <dgm:pt modelId="{8B076C63-C5B0-461B-B96D-53BA4D86D3EB}" type="pres">
      <dgm:prSet presAssocID="{98EF639B-B0B9-4B6D-A01E-C0B8DFC8B58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ing"/>
        </a:ext>
      </dgm:extLst>
    </dgm:pt>
    <dgm:pt modelId="{0DD67DCF-C371-466D-9ED7-6B7341A90510}" type="pres">
      <dgm:prSet presAssocID="{98EF639B-B0B9-4B6D-A01E-C0B8DFC8B58F}" presName="spaceRect" presStyleCnt="0"/>
      <dgm:spPr/>
    </dgm:pt>
    <dgm:pt modelId="{BAFD057B-66EE-4800-83FB-334345E1A57B}" type="pres">
      <dgm:prSet presAssocID="{98EF639B-B0B9-4B6D-A01E-C0B8DFC8B58F}" presName="textRect" presStyleLbl="revTx" presStyleIdx="0" presStyleCnt="3">
        <dgm:presLayoutVars>
          <dgm:chMax val="1"/>
          <dgm:chPref val="1"/>
        </dgm:presLayoutVars>
      </dgm:prSet>
      <dgm:spPr/>
    </dgm:pt>
    <dgm:pt modelId="{3EB89AA1-6F7D-424D-A843-23C42A3915EB}" type="pres">
      <dgm:prSet presAssocID="{AE2DC145-F08A-4975-B752-1F39B64D2778}" presName="sibTrans" presStyleCnt="0"/>
      <dgm:spPr/>
    </dgm:pt>
    <dgm:pt modelId="{B31026CF-ADD1-46D9-899A-17D3DF9F238F}" type="pres">
      <dgm:prSet presAssocID="{5A61BD2D-F553-41BE-9B08-5BCCD8A8A05B}" presName="compNode" presStyleCnt="0"/>
      <dgm:spPr/>
    </dgm:pt>
    <dgm:pt modelId="{FD9F300A-E995-4132-9A26-A28247D2E6F3}" type="pres">
      <dgm:prSet presAssocID="{5A61BD2D-F553-41BE-9B08-5BCCD8A8A05B}" presName="iconBgRect" presStyleLbl="bgShp" presStyleIdx="1" presStyleCnt="3"/>
      <dgm:spPr/>
    </dgm:pt>
    <dgm:pt modelId="{47700B34-E0B5-4433-A950-EB29BA408E57}" type="pres">
      <dgm:prSet presAssocID="{5A61BD2D-F553-41BE-9B08-5BCCD8A8A05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edule Event Action"/>
        </a:ext>
      </dgm:extLst>
    </dgm:pt>
    <dgm:pt modelId="{EBEBCF62-4C82-411F-B050-C15DA9A36EF8}" type="pres">
      <dgm:prSet presAssocID="{5A61BD2D-F553-41BE-9B08-5BCCD8A8A05B}" presName="spaceRect" presStyleCnt="0"/>
      <dgm:spPr/>
    </dgm:pt>
    <dgm:pt modelId="{31C869B9-7CED-4C9B-B3E7-A57715069CE5}" type="pres">
      <dgm:prSet presAssocID="{5A61BD2D-F553-41BE-9B08-5BCCD8A8A05B}" presName="textRect" presStyleLbl="revTx" presStyleIdx="1" presStyleCnt="3">
        <dgm:presLayoutVars>
          <dgm:chMax val="1"/>
          <dgm:chPref val="1"/>
        </dgm:presLayoutVars>
      </dgm:prSet>
      <dgm:spPr/>
    </dgm:pt>
    <dgm:pt modelId="{62C76836-1465-4063-941C-DB5E861361B7}" type="pres">
      <dgm:prSet presAssocID="{88022ABD-EA77-4456-97BD-D4CC3CCB6231}" presName="sibTrans" presStyleCnt="0"/>
      <dgm:spPr/>
    </dgm:pt>
    <dgm:pt modelId="{7FB6D006-4969-4B5C-82B3-4B6F0A05EFDD}" type="pres">
      <dgm:prSet presAssocID="{B2D3211E-C3FE-4E4D-A2A6-0D45E36813C2}" presName="compNode" presStyleCnt="0"/>
      <dgm:spPr/>
    </dgm:pt>
    <dgm:pt modelId="{E29C4AE4-E607-46BD-91C1-C967A9CB4D93}" type="pres">
      <dgm:prSet presAssocID="{B2D3211E-C3FE-4E4D-A2A6-0D45E36813C2}" presName="iconBgRect" presStyleLbl="bgShp" presStyleIdx="2" presStyleCnt="3"/>
      <dgm:spPr/>
    </dgm:pt>
    <dgm:pt modelId="{860FAFFA-94CC-41AC-8818-2690AE727C79}" type="pres">
      <dgm:prSet presAssocID="{B2D3211E-C3FE-4E4D-A2A6-0D45E36813C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E6F2CB75-3F6C-4780-8C23-56DA420A9ADA}" type="pres">
      <dgm:prSet presAssocID="{B2D3211E-C3FE-4E4D-A2A6-0D45E36813C2}" presName="spaceRect" presStyleCnt="0"/>
      <dgm:spPr/>
    </dgm:pt>
    <dgm:pt modelId="{E1B18B00-F433-40C1-8D31-63529C2D77C7}" type="pres">
      <dgm:prSet presAssocID="{B2D3211E-C3FE-4E4D-A2A6-0D45E36813C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9C3C614-6F9C-48DE-A2F7-C0373698CF82}" type="presOf" srcId="{5A61BD2D-F553-41BE-9B08-5BCCD8A8A05B}" destId="{31C869B9-7CED-4C9B-B3E7-A57715069CE5}" srcOrd="0" destOrd="0" presId="urn:microsoft.com/office/officeart/2018/5/layout/IconCircleLabelList"/>
    <dgm:cxn modelId="{FC358816-462F-4516-B224-D9286C1DC18F}" srcId="{7418ABD0-79F5-491E-A547-39CF420AA072}" destId="{B2D3211E-C3FE-4E4D-A2A6-0D45E36813C2}" srcOrd="2" destOrd="0" parTransId="{3C5B5F8C-4A06-425F-8D6F-30227B3B1C61}" sibTransId="{973FCF62-62EF-441A-9348-EE3B268634A4}"/>
    <dgm:cxn modelId="{96159D62-0B0B-4B79-B7E6-21576E2D1D31}" srcId="{7418ABD0-79F5-491E-A547-39CF420AA072}" destId="{5A61BD2D-F553-41BE-9B08-5BCCD8A8A05B}" srcOrd="1" destOrd="0" parTransId="{6CFC77ED-BE0F-49DE-95DD-CEBAD74BD642}" sibTransId="{88022ABD-EA77-4456-97BD-D4CC3CCB6231}"/>
    <dgm:cxn modelId="{1010C94C-82AC-4D54-A4BF-84CB59E19576}" type="presOf" srcId="{7418ABD0-79F5-491E-A547-39CF420AA072}" destId="{364E898F-5E87-4DC4-8775-41D8B691B61B}" srcOrd="0" destOrd="0" presId="urn:microsoft.com/office/officeart/2018/5/layout/IconCircleLabelList"/>
    <dgm:cxn modelId="{C08F7688-6210-4445-AD5D-F5C694915772}" srcId="{7418ABD0-79F5-491E-A547-39CF420AA072}" destId="{98EF639B-B0B9-4B6D-A01E-C0B8DFC8B58F}" srcOrd="0" destOrd="0" parTransId="{934DB3B6-B1A8-4446-92B5-E48700D85A53}" sibTransId="{AE2DC145-F08A-4975-B752-1F39B64D2778}"/>
    <dgm:cxn modelId="{95A429B0-BCDF-4076-B907-2FC596AB9D07}" type="presOf" srcId="{B2D3211E-C3FE-4E4D-A2A6-0D45E36813C2}" destId="{E1B18B00-F433-40C1-8D31-63529C2D77C7}" srcOrd="0" destOrd="0" presId="urn:microsoft.com/office/officeart/2018/5/layout/IconCircleLabelList"/>
    <dgm:cxn modelId="{3D0474BB-5F07-4B93-B72A-0DDB9C0F779B}" type="presOf" srcId="{98EF639B-B0B9-4B6D-A01E-C0B8DFC8B58F}" destId="{BAFD057B-66EE-4800-83FB-334345E1A57B}" srcOrd="0" destOrd="0" presId="urn:microsoft.com/office/officeart/2018/5/layout/IconCircleLabelList"/>
    <dgm:cxn modelId="{4E515B14-EC4D-4E30-A3F1-62420C07EA3D}" type="presParOf" srcId="{364E898F-5E87-4DC4-8775-41D8B691B61B}" destId="{5AC8B614-2F54-42B8-A9D5-8891F8267825}" srcOrd="0" destOrd="0" presId="urn:microsoft.com/office/officeart/2018/5/layout/IconCircleLabelList"/>
    <dgm:cxn modelId="{88BC7B3C-C15D-447B-98FF-E999DA23DE31}" type="presParOf" srcId="{5AC8B614-2F54-42B8-A9D5-8891F8267825}" destId="{1C044694-0C9B-4D50-8361-15B65A84206A}" srcOrd="0" destOrd="0" presId="urn:microsoft.com/office/officeart/2018/5/layout/IconCircleLabelList"/>
    <dgm:cxn modelId="{D1588BB2-F127-4F09-9321-821FCD4FC252}" type="presParOf" srcId="{5AC8B614-2F54-42B8-A9D5-8891F8267825}" destId="{8B076C63-C5B0-461B-B96D-53BA4D86D3EB}" srcOrd="1" destOrd="0" presId="urn:microsoft.com/office/officeart/2018/5/layout/IconCircleLabelList"/>
    <dgm:cxn modelId="{DC04CD2A-BAA4-48C7-B34F-6E2588511EA5}" type="presParOf" srcId="{5AC8B614-2F54-42B8-A9D5-8891F8267825}" destId="{0DD67DCF-C371-466D-9ED7-6B7341A90510}" srcOrd="2" destOrd="0" presId="urn:microsoft.com/office/officeart/2018/5/layout/IconCircleLabelList"/>
    <dgm:cxn modelId="{B0071F3D-DB2D-432A-B659-E8C864EEC3A1}" type="presParOf" srcId="{5AC8B614-2F54-42B8-A9D5-8891F8267825}" destId="{BAFD057B-66EE-4800-83FB-334345E1A57B}" srcOrd="3" destOrd="0" presId="urn:microsoft.com/office/officeart/2018/5/layout/IconCircleLabelList"/>
    <dgm:cxn modelId="{F5E8688E-FB18-450B-A94B-AACE74999771}" type="presParOf" srcId="{364E898F-5E87-4DC4-8775-41D8B691B61B}" destId="{3EB89AA1-6F7D-424D-A843-23C42A3915EB}" srcOrd="1" destOrd="0" presId="urn:microsoft.com/office/officeart/2018/5/layout/IconCircleLabelList"/>
    <dgm:cxn modelId="{644DA3CC-AF15-4ED5-B006-53F29985D01D}" type="presParOf" srcId="{364E898F-5E87-4DC4-8775-41D8B691B61B}" destId="{B31026CF-ADD1-46D9-899A-17D3DF9F238F}" srcOrd="2" destOrd="0" presId="urn:microsoft.com/office/officeart/2018/5/layout/IconCircleLabelList"/>
    <dgm:cxn modelId="{93C6D841-A176-48C7-82DA-89D4F6ECFDFA}" type="presParOf" srcId="{B31026CF-ADD1-46D9-899A-17D3DF9F238F}" destId="{FD9F300A-E995-4132-9A26-A28247D2E6F3}" srcOrd="0" destOrd="0" presId="urn:microsoft.com/office/officeart/2018/5/layout/IconCircleLabelList"/>
    <dgm:cxn modelId="{D21265F4-044B-4C84-9C7E-5E434C81A11A}" type="presParOf" srcId="{B31026CF-ADD1-46D9-899A-17D3DF9F238F}" destId="{47700B34-E0B5-4433-A950-EB29BA408E57}" srcOrd="1" destOrd="0" presId="urn:microsoft.com/office/officeart/2018/5/layout/IconCircleLabelList"/>
    <dgm:cxn modelId="{169F0580-06E7-4D26-809C-CC2C72EA522C}" type="presParOf" srcId="{B31026CF-ADD1-46D9-899A-17D3DF9F238F}" destId="{EBEBCF62-4C82-411F-B050-C15DA9A36EF8}" srcOrd="2" destOrd="0" presId="urn:microsoft.com/office/officeart/2018/5/layout/IconCircleLabelList"/>
    <dgm:cxn modelId="{8DE6A3B5-5D88-4BEB-8FB3-65D920CF00E0}" type="presParOf" srcId="{B31026CF-ADD1-46D9-899A-17D3DF9F238F}" destId="{31C869B9-7CED-4C9B-B3E7-A57715069CE5}" srcOrd="3" destOrd="0" presId="urn:microsoft.com/office/officeart/2018/5/layout/IconCircleLabelList"/>
    <dgm:cxn modelId="{E00ABD7B-E610-4140-9A71-3E315F01C141}" type="presParOf" srcId="{364E898F-5E87-4DC4-8775-41D8B691B61B}" destId="{62C76836-1465-4063-941C-DB5E861361B7}" srcOrd="3" destOrd="0" presId="urn:microsoft.com/office/officeart/2018/5/layout/IconCircleLabelList"/>
    <dgm:cxn modelId="{3159767C-9A29-4839-968A-63BF0A2F93DD}" type="presParOf" srcId="{364E898F-5E87-4DC4-8775-41D8B691B61B}" destId="{7FB6D006-4969-4B5C-82B3-4B6F0A05EFDD}" srcOrd="4" destOrd="0" presId="urn:microsoft.com/office/officeart/2018/5/layout/IconCircleLabelList"/>
    <dgm:cxn modelId="{886A4052-ABEC-415F-A6A4-3B1E069B9C6F}" type="presParOf" srcId="{7FB6D006-4969-4B5C-82B3-4B6F0A05EFDD}" destId="{E29C4AE4-E607-46BD-91C1-C967A9CB4D93}" srcOrd="0" destOrd="0" presId="urn:microsoft.com/office/officeart/2018/5/layout/IconCircleLabelList"/>
    <dgm:cxn modelId="{BD28254D-61E8-4115-AC36-F3B3D399BBF2}" type="presParOf" srcId="{7FB6D006-4969-4B5C-82B3-4B6F0A05EFDD}" destId="{860FAFFA-94CC-41AC-8818-2690AE727C79}" srcOrd="1" destOrd="0" presId="urn:microsoft.com/office/officeart/2018/5/layout/IconCircleLabelList"/>
    <dgm:cxn modelId="{5A9397F7-2F98-43B0-839E-6DF81B730984}" type="presParOf" srcId="{7FB6D006-4969-4B5C-82B3-4B6F0A05EFDD}" destId="{E6F2CB75-3F6C-4780-8C23-56DA420A9ADA}" srcOrd="2" destOrd="0" presId="urn:microsoft.com/office/officeart/2018/5/layout/IconCircleLabelList"/>
    <dgm:cxn modelId="{077D89E3-9EE9-443D-B04C-D50A0248A9AE}" type="presParOf" srcId="{7FB6D006-4969-4B5C-82B3-4B6F0A05EFDD}" destId="{E1B18B00-F433-40C1-8D31-63529C2D77C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B62FC89-8C15-476E-810F-C96FBB727B1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F8A109-A917-4477-9A3D-DBE2A8A996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2"/>
              </a:solidFill>
            </a:rPr>
            <a:t>The project successfully demonstrated Excel-based analytics and reporting</a:t>
          </a:r>
          <a:r>
            <a:rPr lang="en-US" dirty="0"/>
            <a:t>.</a:t>
          </a:r>
        </a:p>
      </dgm:t>
    </dgm:pt>
    <dgm:pt modelId="{FF54BE33-3E41-4CF8-AB1A-4CB981DAEE6A}" type="parTrans" cxnId="{688DF80C-DB6F-45FC-9D5B-0C088D0F9492}">
      <dgm:prSet/>
      <dgm:spPr/>
      <dgm:t>
        <a:bodyPr/>
        <a:lstStyle/>
        <a:p>
          <a:endParaRPr lang="en-US"/>
        </a:p>
      </dgm:t>
    </dgm:pt>
    <dgm:pt modelId="{1D0AE72D-BF4F-4D5A-972F-AEB68654297A}" type="sibTrans" cxnId="{688DF80C-DB6F-45FC-9D5B-0C088D0F94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FC217E-6391-4706-9CE1-5D88D87A9A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2"/>
              </a:solidFill>
            </a:rPr>
            <a:t>Future Scope:</a:t>
          </a:r>
        </a:p>
      </dgm:t>
    </dgm:pt>
    <dgm:pt modelId="{02DC32EA-06ED-4627-89C3-2B77EE00E87B}" type="parTrans" cxnId="{6C9A8C3A-8AB8-47C3-B641-79F877D0F1CB}">
      <dgm:prSet/>
      <dgm:spPr/>
      <dgm:t>
        <a:bodyPr/>
        <a:lstStyle/>
        <a:p>
          <a:endParaRPr lang="en-US"/>
        </a:p>
      </dgm:t>
    </dgm:pt>
    <dgm:pt modelId="{314C689B-302F-424E-87A0-86D70DE8E2ED}" type="sibTrans" cxnId="{6C9A8C3A-8AB8-47C3-B641-79F877D0F1C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29B49BD-8400-461D-8BA6-FAD6C6B137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</a:t>
          </a:r>
          <a:r>
            <a:rPr lang="en-US" dirty="0">
              <a:solidFill>
                <a:schemeClr val="bg2"/>
              </a:solidFill>
            </a:rPr>
            <a:t>Power BI</a:t>
          </a:r>
        </a:p>
      </dgm:t>
    </dgm:pt>
    <dgm:pt modelId="{5DD5588A-9458-42CE-A732-D2A8E51225EA}" type="parTrans" cxnId="{B7AD3A5C-87B3-42E5-9BE7-C39DCE6D48D1}">
      <dgm:prSet/>
      <dgm:spPr/>
      <dgm:t>
        <a:bodyPr/>
        <a:lstStyle/>
        <a:p>
          <a:endParaRPr lang="en-US"/>
        </a:p>
      </dgm:t>
    </dgm:pt>
    <dgm:pt modelId="{C4695A37-C35A-406E-AAA7-3C3671B07AFB}" type="sibTrans" cxnId="{B7AD3A5C-87B3-42E5-9BE7-C39DCE6D48D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B845222-E28B-4773-A40F-93561995F0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2"/>
              </a:solidFill>
            </a:rPr>
            <a:t>• Machine learning prediction</a:t>
          </a:r>
        </a:p>
      </dgm:t>
    </dgm:pt>
    <dgm:pt modelId="{4F699EF8-4240-49A0-B07C-AF4AD42EED08}" type="parTrans" cxnId="{45ADC72B-E448-4D1B-BE2B-40C101B1AD3B}">
      <dgm:prSet/>
      <dgm:spPr/>
      <dgm:t>
        <a:bodyPr/>
        <a:lstStyle/>
        <a:p>
          <a:endParaRPr lang="en-US"/>
        </a:p>
      </dgm:t>
    </dgm:pt>
    <dgm:pt modelId="{95057AAB-9E65-4131-9A63-D1ED99F57DE4}" type="sibTrans" cxnId="{45ADC72B-E448-4D1B-BE2B-40C101B1AD3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AE66015-6081-442C-99D7-4F47B5C701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</a:t>
          </a:r>
          <a:r>
            <a:rPr lang="en-US" dirty="0">
              <a:solidFill>
                <a:schemeClr val="bg2"/>
              </a:solidFill>
            </a:rPr>
            <a:t>Real-time dashboards</a:t>
          </a:r>
        </a:p>
      </dgm:t>
    </dgm:pt>
    <dgm:pt modelId="{F2625C67-2DCA-4C1D-8315-64C020E8A784}" type="parTrans" cxnId="{E6D38EFE-E8F0-4E71-AE97-606E4B62B68D}">
      <dgm:prSet/>
      <dgm:spPr/>
      <dgm:t>
        <a:bodyPr/>
        <a:lstStyle/>
        <a:p>
          <a:endParaRPr lang="en-US"/>
        </a:p>
      </dgm:t>
    </dgm:pt>
    <dgm:pt modelId="{D92541E7-FE8A-43C9-8EE7-7B604ECC6CBC}" type="sibTrans" cxnId="{E6D38EFE-E8F0-4E71-AE97-606E4B62B68D}">
      <dgm:prSet/>
      <dgm:spPr/>
      <dgm:t>
        <a:bodyPr/>
        <a:lstStyle/>
        <a:p>
          <a:endParaRPr lang="en-US"/>
        </a:p>
      </dgm:t>
    </dgm:pt>
    <dgm:pt modelId="{462E65A9-B4D8-4B34-8ED9-D1732541DF94}" type="pres">
      <dgm:prSet presAssocID="{7B62FC89-8C15-476E-810F-C96FBB727B1B}" presName="root" presStyleCnt="0">
        <dgm:presLayoutVars>
          <dgm:dir/>
          <dgm:resizeHandles val="exact"/>
        </dgm:presLayoutVars>
      </dgm:prSet>
      <dgm:spPr/>
    </dgm:pt>
    <dgm:pt modelId="{4A4C4BE9-2C04-416A-BE9D-56BD5CFB6165}" type="pres">
      <dgm:prSet presAssocID="{7B62FC89-8C15-476E-810F-C96FBB727B1B}" presName="container" presStyleCnt="0">
        <dgm:presLayoutVars>
          <dgm:dir/>
          <dgm:resizeHandles val="exact"/>
        </dgm:presLayoutVars>
      </dgm:prSet>
      <dgm:spPr/>
    </dgm:pt>
    <dgm:pt modelId="{8832B28A-6254-4201-AE1F-172CB49D3FC4}" type="pres">
      <dgm:prSet presAssocID="{AAF8A109-A917-4477-9A3D-DBE2A8A9968B}" presName="compNode" presStyleCnt="0"/>
      <dgm:spPr/>
    </dgm:pt>
    <dgm:pt modelId="{18C138AB-28CD-41B5-9DE8-D409894F2AAD}" type="pres">
      <dgm:prSet presAssocID="{AAF8A109-A917-4477-9A3D-DBE2A8A9968B}" presName="iconBgRect" presStyleLbl="bgShp" presStyleIdx="0" presStyleCnt="5"/>
      <dgm:spPr/>
    </dgm:pt>
    <dgm:pt modelId="{741373F0-4FED-41A7-AED9-CD5FD943521E}" type="pres">
      <dgm:prSet presAssocID="{AAF8A109-A917-4477-9A3D-DBE2A8A9968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B829362-5C6A-4A3C-9339-A8B968301E5F}" type="pres">
      <dgm:prSet presAssocID="{AAF8A109-A917-4477-9A3D-DBE2A8A9968B}" presName="spaceRect" presStyleCnt="0"/>
      <dgm:spPr/>
    </dgm:pt>
    <dgm:pt modelId="{E5C3C47C-290A-44F0-9E54-1D0EA52063FD}" type="pres">
      <dgm:prSet presAssocID="{AAF8A109-A917-4477-9A3D-DBE2A8A9968B}" presName="textRect" presStyleLbl="revTx" presStyleIdx="0" presStyleCnt="5">
        <dgm:presLayoutVars>
          <dgm:chMax val="1"/>
          <dgm:chPref val="1"/>
        </dgm:presLayoutVars>
      </dgm:prSet>
      <dgm:spPr/>
    </dgm:pt>
    <dgm:pt modelId="{83ACAD95-27FE-4F63-88B7-D8BF9483428D}" type="pres">
      <dgm:prSet presAssocID="{1D0AE72D-BF4F-4D5A-972F-AEB68654297A}" presName="sibTrans" presStyleLbl="sibTrans2D1" presStyleIdx="0" presStyleCnt="0"/>
      <dgm:spPr/>
    </dgm:pt>
    <dgm:pt modelId="{2B3C4475-82B5-440C-8A99-164F6ABBF664}" type="pres">
      <dgm:prSet presAssocID="{3AFC217E-6391-4706-9CE1-5D88D87A9AB6}" presName="compNode" presStyleCnt="0"/>
      <dgm:spPr/>
    </dgm:pt>
    <dgm:pt modelId="{116689E4-A2EA-4FF5-BC8C-8D7D9A9436DD}" type="pres">
      <dgm:prSet presAssocID="{3AFC217E-6391-4706-9CE1-5D88D87A9AB6}" presName="iconBgRect" presStyleLbl="bgShp" presStyleIdx="1" presStyleCnt="5"/>
      <dgm:spPr/>
    </dgm:pt>
    <dgm:pt modelId="{36D2FC03-4E2C-4A68-80ED-019238D78915}" type="pres">
      <dgm:prSet presAssocID="{3AFC217E-6391-4706-9CE1-5D88D87A9AB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8137AE49-B7DA-489A-908F-731C4F49F5C8}" type="pres">
      <dgm:prSet presAssocID="{3AFC217E-6391-4706-9CE1-5D88D87A9AB6}" presName="spaceRect" presStyleCnt="0"/>
      <dgm:spPr/>
    </dgm:pt>
    <dgm:pt modelId="{17BE6245-8F26-4732-9393-D71FDB346247}" type="pres">
      <dgm:prSet presAssocID="{3AFC217E-6391-4706-9CE1-5D88D87A9AB6}" presName="textRect" presStyleLbl="revTx" presStyleIdx="1" presStyleCnt="5">
        <dgm:presLayoutVars>
          <dgm:chMax val="1"/>
          <dgm:chPref val="1"/>
        </dgm:presLayoutVars>
      </dgm:prSet>
      <dgm:spPr/>
    </dgm:pt>
    <dgm:pt modelId="{8F7BC00E-33D1-405A-A862-6A50E26099D9}" type="pres">
      <dgm:prSet presAssocID="{314C689B-302F-424E-87A0-86D70DE8E2ED}" presName="sibTrans" presStyleLbl="sibTrans2D1" presStyleIdx="0" presStyleCnt="0"/>
      <dgm:spPr/>
    </dgm:pt>
    <dgm:pt modelId="{3F8C0F49-20A7-43A4-8426-C021DA607819}" type="pres">
      <dgm:prSet presAssocID="{829B49BD-8400-461D-8BA6-FAD6C6B137A3}" presName="compNode" presStyleCnt="0"/>
      <dgm:spPr/>
    </dgm:pt>
    <dgm:pt modelId="{A72C72C2-3F05-463E-9A68-526A0691267D}" type="pres">
      <dgm:prSet presAssocID="{829B49BD-8400-461D-8BA6-FAD6C6B137A3}" presName="iconBgRect" presStyleLbl="bgShp" presStyleIdx="2" presStyleCnt="5"/>
      <dgm:spPr/>
    </dgm:pt>
    <dgm:pt modelId="{FF7ECC96-0A4E-4587-80EF-5A07BEFB85CE}" type="pres">
      <dgm:prSet presAssocID="{829B49BD-8400-461D-8BA6-FAD6C6B137A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6FCF2EB-0685-4797-A352-3A921DD24783}" type="pres">
      <dgm:prSet presAssocID="{829B49BD-8400-461D-8BA6-FAD6C6B137A3}" presName="spaceRect" presStyleCnt="0"/>
      <dgm:spPr/>
    </dgm:pt>
    <dgm:pt modelId="{A5A20768-4039-4A1A-8C2A-C53B6B9890C4}" type="pres">
      <dgm:prSet presAssocID="{829B49BD-8400-461D-8BA6-FAD6C6B137A3}" presName="textRect" presStyleLbl="revTx" presStyleIdx="2" presStyleCnt="5">
        <dgm:presLayoutVars>
          <dgm:chMax val="1"/>
          <dgm:chPref val="1"/>
        </dgm:presLayoutVars>
      </dgm:prSet>
      <dgm:spPr/>
    </dgm:pt>
    <dgm:pt modelId="{6CE6E7CD-891F-4FBB-A666-75BDFCEA85D7}" type="pres">
      <dgm:prSet presAssocID="{C4695A37-C35A-406E-AAA7-3C3671B07AFB}" presName="sibTrans" presStyleLbl="sibTrans2D1" presStyleIdx="0" presStyleCnt="0"/>
      <dgm:spPr/>
    </dgm:pt>
    <dgm:pt modelId="{A317EF44-154A-445F-8938-15066D8599B3}" type="pres">
      <dgm:prSet presAssocID="{9B845222-E28B-4773-A40F-93561995F079}" presName="compNode" presStyleCnt="0"/>
      <dgm:spPr/>
    </dgm:pt>
    <dgm:pt modelId="{43174780-F7C3-4FED-8ABD-1A93C7F69C8F}" type="pres">
      <dgm:prSet presAssocID="{9B845222-E28B-4773-A40F-93561995F079}" presName="iconBgRect" presStyleLbl="bgShp" presStyleIdx="3" presStyleCnt="5"/>
      <dgm:spPr/>
    </dgm:pt>
    <dgm:pt modelId="{26F50458-AA65-49FC-A26F-BEE8B349BEDF}" type="pres">
      <dgm:prSet presAssocID="{9B845222-E28B-4773-A40F-93561995F07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6F360DE-864D-41E6-875F-475EBDFA8CF6}" type="pres">
      <dgm:prSet presAssocID="{9B845222-E28B-4773-A40F-93561995F079}" presName="spaceRect" presStyleCnt="0"/>
      <dgm:spPr/>
    </dgm:pt>
    <dgm:pt modelId="{47D2AE98-9FB1-4126-92C8-48B2F0705B53}" type="pres">
      <dgm:prSet presAssocID="{9B845222-E28B-4773-A40F-93561995F079}" presName="textRect" presStyleLbl="revTx" presStyleIdx="3" presStyleCnt="5">
        <dgm:presLayoutVars>
          <dgm:chMax val="1"/>
          <dgm:chPref val="1"/>
        </dgm:presLayoutVars>
      </dgm:prSet>
      <dgm:spPr/>
    </dgm:pt>
    <dgm:pt modelId="{88EF9CA6-1684-467B-8677-30F3BB5CA090}" type="pres">
      <dgm:prSet presAssocID="{95057AAB-9E65-4131-9A63-D1ED99F57DE4}" presName="sibTrans" presStyleLbl="sibTrans2D1" presStyleIdx="0" presStyleCnt="0"/>
      <dgm:spPr/>
    </dgm:pt>
    <dgm:pt modelId="{9F2AA6D5-CFE4-4656-A8B6-A36D31F7646E}" type="pres">
      <dgm:prSet presAssocID="{FAE66015-6081-442C-99D7-4F47B5C70109}" presName="compNode" presStyleCnt="0"/>
      <dgm:spPr/>
    </dgm:pt>
    <dgm:pt modelId="{AA48AD9D-7AA8-4010-A3BF-EC4E06A56BD5}" type="pres">
      <dgm:prSet presAssocID="{FAE66015-6081-442C-99D7-4F47B5C70109}" presName="iconBgRect" presStyleLbl="bgShp" presStyleIdx="4" presStyleCnt="5"/>
      <dgm:spPr/>
    </dgm:pt>
    <dgm:pt modelId="{F8086584-158A-4E9B-B496-CD8A1C40CD5D}" type="pres">
      <dgm:prSet presAssocID="{FAE66015-6081-442C-99D7-4F47B5C7010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82FB63F-4393-4845-8BFF-8F8F098FE57C}" type="pres">
      <dgm:prSet presAssocID="{FAE66015-6081-442C-99D7-4F47B5C70109}" presName="spaceRect" presStyleCnt="0"/>
      <dgm:spPr/>
    </dgm:pt>
    <dgm:pt modelId="{3E174DAB-16EE-4A4F-A8D3-D65C8F41FE7C}" type="pres">
      <dgm:prSet presAssocID="{FAE66015-6081-442C-99D7-4F47B5C7010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88DF80C-DB6F-45FC-9D5B-0C088D0F9492}" srcId="{7B62FC89-8C15-476E-810F-C96FBB727B1B}" destId="{AAF8A109-A917-4477-9A3D-DBE2A8A9968B}" srcOrd="0" destOrd="0" parTransId="{FF54BE33-3E41-4CF8-AB1A-4CB981DAEE6A}" sibTransId="{1D0AE72D-BF4F-4D5A-972F-AEB68654297A}"/>
    <dgm:cxn modelId="{E8EE2F11-9290-4D1C-9277-8FF1FDF9027F}" type="presOf" srcId="{C4695A37-C35A-406E-AAA7-3C3671B07AFB}" destId="{6CE6E7CD-891F-4FBB-A666-75BDFCEA85D7}" srcOrd="0" destOrd="0" presId="urn:microsoft.com/office/officeart/2018/2/layout/IconCircleList"/>
    <dgm:cxn modelId="{45ADC72B-E448-4D1B-BE2B-40C101B1AD3B}" srcId="{7B62FC89-8C15-476E-810F-C96FBB727B1B}" destId="{9B845222-E28B-4773-A40F-93561995F079}" srcOrd="3" destOrd="0" parTransId="{4F699EF8-4240-49A0-B07C-AF4AD42EED08}" sibTransId="{95057AAB-9E65-4131-9A63-D1ED99F57DE4}"/>
    <dgm:cxn modelId="{3E3AD32E-2473-42B1-AD80-3460D37BE33C}" type="presOf" srcId="{AAF8A109-A917-4477-9A3D-DBE2A8A9968B}" destId="{E5C3C47C-290A-44F0-9E54-1D0EA52063FD}" srcOrd="0" destOrd="0" presId="urn:microsoft.com/office/officeart/2018/2/layout/IconCircleList"/>
    <dgm:cxn modelId="{6C9A8C3A-8AB8-47C3-B641-79F877D0F1CB}" srcId="{7B62FC89-8C15-476E-810F-C96FBB727B1B}" destId="{3AFC217E-6391-4706-9CE1-5D88D87A9AB6}" srcOrd="1" destOrd="0" parTransId="{02DC32EA-06ED-4627-89C3-2B77EE00E87B}" sibTransId="{314C689B-302F-424E-87A0-86D70DE8E2ED}"/>
    <dgm:cxn modelId="{3FBDA83F-2132-4192-830C-0B8A910A39FC}" type="presOf" srcId="{3AFC217E-6391-4706-9CE1-5D88D87A9AB6}" destId="{17BE6245-8F26-4732-9393-D71FDB346247}" srcOrd="0" destOrd="0" presId="urn:microsoft.com/office/officeart/2018/2/layout/IconCircleList"/>
    <dgm:cxn modelId="{B7AD3A5C-87B3-42E5-9BE7-C39DCE6D48D1}" srcId="{7B62FC89-8C15-476E-810F-C96FBB727B1B}" destId="{829B49BD-8400-461D-8BA6-FAD6C6B137A3}" srcOrd="2" destOrd="0" parTransId="{5DD5588A-9458-42CE-A732-D2A8E51225EA}" sibTransId="{C4695A37-C35A-406E-AAA7-3C3671B07AFB}"/>
    <dgm:cxn modelId="{DCC65A5C-AB88-46F9-BC87-38DF4D7BF829}" type="presOf" srcId="{829B49BD-8400-461D-8BA6-FAD6C6B137A3}" destId="{A5A20768-4039-4A1A-8C2A-C53B6B9890C4}" srcOrd="0" destOrd="0" presId="urn:microsoft.com/office/officeart/2018/2/layout/IconCircleList"/>
    <dgm:cxn modelId="{4250CA64-E767-4EB3-A929-B72F0B6E0B8F}" type="presOf" srcId="{314C689B-302F-424E-87A0-86D70DE8E2ED}" destId="{8F7BC00E-33D1-405A-A862-6A50E26099D9}" srcOrd="0" destOrd="0" presId="urn:microsoft.com/office/officeart/2018/2/layout/IconCircleList"/>
    <dgm:cxn modelId="{291D8599-489C-4CA4-A361-D78842F0B15D}" type="presOf" srcId="{1D0AE72D-BF4F-4D5A-972F-AEB68654297A}" destId="{83ACAD95-27FE-4F63-88B7-D8BF9483428D}" srcOrd="0" destOrd="0" presId="urn:microsoft.com/office/officeart/2018/2/layout/IconCircleList"/>
    <dgm:cxn modelId="{EDB232A3-975D-4EAE-B20C-1A8C8CFA3C7C}" type="presOf" srcId="{7B62FC89-8C15-476E-810F-C96FBB727B1B}" destId="{462E65A9-B4D8-4B34-8ED9-D1732541DF94}" srcOrd="0" destOrd="0" presId="urn:microsoft.com/office/officeart/2018/2/layout/IconCircleList"/>
    <dgm:cxn modelId="{D631D3DA-C775-448B-B6EC-5E19B2F53FB1}" type="presOf" srcId="{95057AAB-9E65-4131-9A63-D1ED99F57DE4}" destId="{88EF9CA6-1684-467B-8677-30F3BB5CA090}" srcOrd="0" destOrd="0" presId="urn:microsoft.com/office/officeart/2018/2/layout/IconCircleList"/>
    <dgm:cxn modelId="{6C57E2DE-8566-4275-9EDD-0CC69B1666F8}" type="presOf" srcId="{FAE66015-6081-442C-99D7-4F47B5C70109}" destId="{3E174DAB-16EE-4A4F-A8D3-D65C8F41FE7C}" srcOrd="0" destOrd="0" presId="urn:microsoft.com/office/officeart/2018/2/layout/IconCircleList"/>
    <dgm:cxn modelId="{E85C42E6-D8E9-46C5-9120-3347A13BA1DF}" type="presOf" srcId="{9B845222-E28B-4773-A40F-93561995F079}" destId="{47D2AE98-9FB1-4126-92C8-48B2F0705B53}" srcOrd="0" destOrd="0" presId="urn:microsoft.com/office/officeart/2018/2/layout/IconCircleList"/>
    <dgm:cxn modelId="{E6D38EFE-E8F0-4E71-AE97-606E4B62B68D}" srcId="{7B62FC89-8C15-476E-810F-C96FBB727B1B}" destId="{FAE66015-6081-442C-99D7-4F47B5C70109}" srcOrd="4" destOrd="0" parTransId="{F2625C67-2DCA-4C1D-8315-64C020E8A784}" sibTransId="{D92541E7-FE8A-43C9-8EE7-7B604ECC6CBC}"/>
    <dgm:cxn modelId="{F3092E11-C7D5-4847-836A-BFA7CFD7277D}" type="presParOf" srcId="{462E65A9-B4D8-4B34-8ED9-D1732541DF94}" destId="{4A4C4BE9-2C04-416A-BE9D-56BD5CFB6165}" srcOrd="0" destOrd="0" presId="urn:microsoft.com/office/officeart/2018/2/layout/IconCircleList"/>
    <dgm:cxn modelId="{FD0437A8-E22E-4B72-8B17-EA0F7BDC227A}" type="presParOf" srcId="{4A4C4BE9-2C04-416A-BE9D-56BD5CFB6165}" destId="{8832B28A-6254-4201-AE1F-172CB49D3FC4}" srcOrd="0" destOrd="0" presId="urn:microsoft.com/office/officeart/2018/2/layout/IconCircleList"/>
    <dgm:cxn modelId="{6ECC4108-9699-4103-80C4-A8DD49A398D0}" type="presParOf" srcId="{8832B28A-6254-4201-AE1F-172CB49D3FC4}" destId="{18C138AB-28CD-41B5-9DE8-D409894F2AAD}" srcOrd="0" destOrd="0" presId="urn:microsoft.com/office/officeart/2018/2/layout/IconCircleList"/>
    <dgm:cxn modelId="{4969597E-59C0-415C-834A-07BBE86F5B18}" type="presParOf" srcId="{8832B28A-6254-4201-AE1F-172CB49D3FC4}" destId="{741373F0-4FED-41A7-AED9-CD5FD943521E}" srcOrd="1" destOrd="0" presId="urn:microsoft.com/office/officeart/2018/2/layout/IconCircleList"/>
    <dgm:cxn modelId="{676765FD-8C9A-41C4-8B69-69F2F4EF614B}" type="presParOf" srcId="{8832B28A-6254-4201-AE1F-172CB49D3FC4}" destId="{DB829362-5C6A-4A3C-9339-A8B968301E5F}" srcOrd="2" destOrd="0" presId="urn:microsoft.com/office/officeart/2018/2/layout/IconCircleList"/>
    <dgm:cxn modelId="{04F1F67D-B44F-47BD-89D5-2C8C455DF971}" type="presParOf" srcId="{8832B28A-6254-4201-AE1F-172CB49D3FC4}" destId="{E5C3C47C-290A-44F0-9E54-1D0EA52063FD}" srcOrd="3" destOrd="0" presId="urn:microsoft.com/office/officeart/2018/2/layout/IconCircleList"/>
    <dgm:cxn modelId="{37428239-13EF-4F48-9DBD-B98ACE74D4FC}" type="presParOf" srcId="{4A4C4BE9-2C04-416A-BE9D-56BD5CFB6165}" destId="{83ACAD95-27FE-4F63-88B7-D8BF9483428D}" srcOrd="1" destOrd="0" presId="urn:microsoft.com/office/officeart/2018/2/layout/IconCircleList"/>
    <dgm:cxn modelId="{4233214C-C529-4497-B8EA-1CBB7B2BFD26}" type="presParOf" srcId="{4A4C4BE9-2C04-416A-BE9D-56BD5CFB6165}" destId="{2B3C4475-82B5-440C-8A99-164F6ABBF664}" srcOrd="2" destOrd="0" presId="urn:microsoft.com/office/officeart/2018/2/layout/IconCircleList"/>
    <dgm:cxn modelId="{2D7178B3-C28A-498C-880A-67D548B29E2B}" type="presParOf" srcId="{2B3C4475-82B5-440C-8A99-164F6ABBF664}" destId="{116689E4-A2EA-4FF5-BC8C-8D7D9A9436DD}" srcOrd="0" destOrd="0" presId="urn:microsoft.com/office/officeart/2018/2/layout/IconCircleList"/>
    <dgm:cxn modelId="{33BC6847-F132-4579-95E0-2E098E2E0496}" type="presParOf" srcId="{2B3C4475-82B5-440C-8A99-164F6ABBF664}" destId="{36D2FC03-4E2C-4A68-80ED-019238D78915}" srcOrd="1" destOrd="0" presId="urn:microsoft.com/office/officeart/2018/2/layout/IconCircleList"/>
    <dgm:cxn modelId="{098DCC0A-763B-40FA-BF8F-019748B99C25}" type="presParOf" srcId="{2B3C4475-82B5-440C-8A99-164F6ABBF664}" destId="{8137AE49-B7DA-489A-908F-731C4F49F5C8}" srcOrd="2" destOrd="0" presId="urn:microsoft.com/office/officeart/2018/2/layout/IconCircleList"/>
    <dgm:cxn modelId="{08A1F3FF-7782-41CE-B0B2-C65E3D474F66}" type="presParOf" srcId="{2B3C4475-82B5-440C-8A99-164F6ABBF664}" destId="{17BE6245-8F26-4732-9393-D71FDB346247}" srcOrd="3" destOrd="0" presId="urn:microsoft.com/office/officeart/2018/2/layout/IconCircleList"/>
    <dgm:cxn modelId="{383BC534-C0FB-4334-912A-794E9A0DFAED}" type="presParOf" srcId="{4A4C4BE9-2C04-416A-BE9D-56BD5CFB6165}" destId="{8F7BC00E-33D1-405A-A862-6A50E26099D9}" srcOrd="3" destOrd="0" presId="urn:microsoft.com/office/officeart/2018/2/layout/IconCircleList"/>
    <dgm:cxn modelId="{EF720417-71CE-4270-B679-4CEF3F463EF0}" type="presParOf" srcId="{4A4C4BE9-2C04-416A-BE9D-56BD5CFB6165}" destId="{3F8C0F49-20A7-43A4-8426-C021DA607819}" srcOrd="4" destOrd="0" presId="urn:microsoft.com/office/officeart/2018/2/layout/IconCircleList"/>
    <dgm:cxn modelId="{402E7F86-1A69-4055-8CCB-A485C384C459}" type="presParOf" srcId="{3F8C0F49-20A7-43A4-8426-C021DA607819}" destId="{A72C72C2-3F05-463E-9A68-526A0691267D}" srcOrd="0" destOrd="0" presId="urn:microsoft.com/office/officeart/2018/2/layout/IconCircleList"/>
    <dgm:cxn modelId="{AF30537D-21CC-4889-8385-FC27997B0BFB}" type="presParOf" srcId="{3F8C0F49-20A7-43A4-8426-C021DA607819}" destId="{FF7ECC96-0A4E-4587-80EF-5A07BEFB85CE}" srcOrd="1" destOrd="0" presId="urn:microsoft.com/office/officeart/2018/2/layout/IconCircleList"/>
    <dgm:cxn modelId="{84E6DF9F-F61D-4BB1-85C7-57605AEC5BCE}" type="presParOf" srcId="{3F8C0F49-20A7-43A4-8426-C021DA607819}" destId="{36FCF2EB-0685-4797-A352-3A921DD24783}" srcOrd="2" destOrd="0" presId="urn:microsoft.com/office/officeart/2018/2/layout/IconCircleList"/>
    <dgm:cxn modelId="{06D6CAEC-77A0-4823-9A45-F0C09506876F}" type="presParOf" srcId="{3F8C0F49-20A7-43A4-8426-C021DA607819}" destId="{A5A20768-4039-4A1A-8C2A-C53B6B9890C4}" srcOrd="3" destOrd="0" presId="urn:microsoft.com/office/officeart/2018/2/layout/IconCircleList"/>
    <dgm:cxn modelId="{B075F61E-D916-476E-ACA0-A02731663578}" type="presParOf" srcId="{4A4C4BE9-2C04-416A-BE9D-56BD5CFB6165}" destId="{6CE6E7CD-891F-4FBB-A666-75BDFCEA85D7}" srcOrd="5" destOrd="0" presId="urn:microsoft.com/office/officeart/2018/2/layout/IconCircleList"/>
    <dgm:cxn modelId="{9BD8C9E8-CE8E-4538-9EE5-03ACA73E9A5C}" type="presParOf" srcId="{4A4C4BE9-2C04-416A-BE9D-56BD5CFB6165}" destId="{A317EF44-154A-445F-8938-15066D8599B3}" srcOrd="6" destOrd="0" presId="urn:microsoft.com/office/officeart/2018/2/layout/IconCircleList"/>
    <dgm:cxn modelId="{5223FC5F-454F-444A-8A76-0449AD5D67DC}" type="presParOf" srcId="{A317EF44-154A-445F-8938-15066D8599B3}" destId="{43174780-F7C3-4FED-8ABD-1A93C7F69C8F}" srcOrd="0" destOrd="0" presId="urn:microsoft.com/office/officeart/2018/2/layout/IconCircleList"/>
    <dgm:cxn modelId="{BCC98CB5-299F-4BD2-9107-7B2A147D9260}" type="presParOf" srcId="{A317EF44-154A-445F-8938-15066D8599B3}" destId="{26F50458-AA65-49FC-A26F-BEE8B349BEDF}" srcOrd="1" destOrd="0" presId="urn:microsoft.com/office/officeart/2018/2/layout/IconCircleList"/>
    <dgm:cxn modelId="{574652B8-04C4-461F-B61D-A639F40FAC75}" type="presParOf" srcId="{A317EF44-154A-445F-8938-15066D8599B3}" destId="{E6F360DE-864D-41E6-875F-475EBDFA8CF6}" srcOrd="2" destOrd="0" presId="urn:microsoft.com/office/officeart/2018/2/layout/IconCircleList"/>
    <dgm:cxn modelId="{BBAD6A08-AE2E-4E3C-BF77-D043896354EC}" type="presParOf" srcId="{A317EF44-154A-445F-8938-15066D8599B3}" destId="{47D2AE98-9FB1-4126-92C8-48B2F0705B53}" srcOrd="3" destOrd="0" presId="urn:microsoft.com/office/officeart/2018/2/layout/IconCircleList"/>
    <dgm:cxn modelId="{2C3588FC-ADB2-497F-AA7C-C4B10EC2F276}" type="presParOf" srcId="{4A4C4BE9-2C04-416A-BE9D-56BD5CFB6165}" destId="{88EF9CA6-1684-467B-8677-30F3BB5CA090}" srcOrd="7" destOrd="0" presId="urn:microsoft.com/office/officeart/2018/2/layout/IconCircleList"/>
    <dgm:cxn modelId="{D2144C50-E8B7-48F1-8887-8E79B33F95E4}" type="presParOf" srcId="{4A4C4BE9-2C04-416A-BE9D-56BD5CFB6165}" destId="{9F2AA6D5-CFE4-4656-A8B6-A36D31F7646E}" srcOrd="8" destOrd="0" presId="urn:microsoft.com/office/officeart/2018/2/layout/IconCircleList"/>
    <dgm:cxn modelId="{957749EB-EEDA-49EC-98B7-1F129A4626E7}" type="presParOf" srcId="{9F2AA6D5-CFE4-4656-A8B6-A36D31F7646E}" destId="{AA48AD9D-7AA8-4010-A3BF-EC4E06A56BD5}" srcOrd="0" destOrd="0" presId="urn:microsoft.com/office/officeart/2018/2/layout/IconCircleList"/>
    <dgm:cxn modelId="{8A11817B-4977-426C-AD44-4D38652E2A84}" type="presParOf" srcId="{9F2AA6D5-CFE4-4656-A8B6-A36D31F7646E}" destId="{F8086584-158A-4E9B-B496-CD8A1C40CD5D}" srcOrd="1" destOrd="0" presId="urn:microsoft.com/office/officeart/2018/2/layout/IconCircleList"/>
    <dgm:cxn modelId="{410D0AE1-C0C8-465A-B8B8-98FC6F704FEB}" type="presParOf" srcId="{9F2AA6D5-CFE4-4656-A8B6-A36D31F7646E}" destId="{982FB63F-4393-4845-8BFF-8F8F098FE57C}" srcOrd="2" destOrd="0" presId="urn:microsoft.com/office/officeart/2018/2/layout/IconCircleList"/>
    <dgm:cxn modelId="{6B20EF02-675D-4641-89B1-DC980C122999}" type="presParOf" srcId="{9F2AA6D5-CFE4-4656-A8B6-A36D31F7646E}" destId="{3E174DAB-16EE-4A4F-A8D3-D65C8F41FE7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1C6A90-C800-4BF3-B197-39CBC0491F85}">
      <dsp:nvSpPr>
        <dsp:cNvPr id="0" name=""/>
        <dsp:cNvSpPr/>
      </dsp:nvSpPr>
      <dsp:spPr>
        <a:xfrm>
          <a:off x="0" y="535"/>
          <a:ext cx="8046720" cy="125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AA9C31-2343-4520-94A2-BC2FAD1A7D6C}">
      <dsp:nvSpPr>
        <dsp:cNvPr id="0" name=""/>
        <dsp:cNvSpPr/>
      </dsp:nvSpPr>
      <dsp:spPr>
        <a:xfrm>
          <a:off x="379252" y="28262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A22BCF-55CA-4242-862A-E4A8C4D6B3C3}">
      <dsp:nvSpPr>
        <dsp:cNvPr id="0" name=""/>
        <dsp:cNvSpPr/>
      </dsp:nvSpPr>
      <dsp:spPr>
        <a:xfrm>
          <a:off x="1448055" y="535"/>
          <a:ext cx="6598664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Project Report</a:t>
          </a:r>
        </a:p>
      </dsp:txBody>
      <dsp:txXfrm>
        <a:off x="1448055" y="535"/>
        <a:ext cx="6598664" cy="1253728"/>
      </dsp:txXfrm>
    </dsp:sp>
    <dsp:sp modelId="{D4AEC14F-0FB7-4134-9494-40B142A8F1D6}">
      <dsp:nvSpPr>
        <dsp:cNvPr id="0" name=""/>
        <dsp:cNvSpPr/>
      </dsp:nvSpPr>
      <dsp:spPr>
        <a:xfrm>
          <a:off x="0" y="1567695"/>
          <a:ext cx="8046720" cy="125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FB04F2-0E81-49B1-B589-A1655337C298}">
      <dsp:nvSpPr>
        <dsp:cNvPr id="0" name=""/>
        <dsp:cNvSpPr/>
      </dsp:nvSpPr>
      <dsp:spPr>
        <a:xfrm>
          <a:off x="379252" y="184978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35F196-BCEE-48EB-9550-A7560B818D3F}">
      <dsp:nvSpPr>
        <dsp:cNvPr id="0" name=""/>
        <dsp:cNvSpPr/>
      </dsp:nvSpPr>
      <dsp:spPr>
        <a:xfrm>
          <a:off x="1448055" y="1567695"/>
          <a:ext cx="6598664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Submitted By: </a:t>
          </a:r>
          <a:r>
            <a:rPr lang="en-US" sz="2500" kern="1200" dirty="0" err="1"/>
            <a:t>B.prashanthi</a:t>
          </a:r>
          <a:endParaRPr lang="en-US" sz="2500" kern="1200" dirty="0"/>
        </a:p>
      </dsp:txBody>
      <dsp:txXfrm>
        <a:off x="1448055" y="1567695"/>
        <a:ext cx="6598664" cy="1253728"/>
      </dsp:txXfrm>
    </dsp:sp>
    <dsp:sp modelId="{577B128F-9CE0-48C3-B122-289E333A9FAB}">
      <dsp:nvSpPr>
        <dsp:cNvPr id="0" name=""/>
        <dsp:cNvSpPr/>
      </dsp:nvSpPr>
      <dsp:spPr>
        <a:xfrm>
          <a:off x="0" y="3134856"/>
          <a:ext cx="8046720" cy="125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B523F-814A-4CC9-9576-72BD967FC9BB}">
      <dsp:nvSpPr>
        <dsp:cNvPr id="0" name=""/>
        <dsp:cNvSpPr/>
      </dsp:nvSpPr>
      <dsp:spPr>
        <a:xfrm>
          <a:off x="379252" y="341694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C06AC-06A6-4D8A-B75F-FF41BFF6011F}">
      <dsp:nvSpPr>
        <dsp:cNvPr id="0" name=""/>
        <dsp:cNvSpPr/>
      </dsp:nvSpPr>
      <dsp:spPr>
        <a:xfrm>
          <a:off x="1448055" y="3134856"/>
          <a:ext cx="6598664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Submitted To: NextHikes IT Solutions</a:t>
          </a:r>
        </a:p>
      </dsp:txBody>
      <dsp:txXfrm>
        <a:off x="1448055" y="3134856"/>
        <a:ext cx="6598664" cy="12537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CC303F-09CB-4EC0-9C1D-E6E6A8C71AEC}">
      <dsp:nvSpPr>
        <dsp:cNvPr id="0" name=""/>
        <dsp:cNvSpPr/>
      </dsp:nvSpPr>
      <dsp:spPr>
        <a:xfrm>
          <a:off x="0" y="1419"/>
          <a:ext cx="8046720" cy="6050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6B0B1-6CEF-4277-A61A-E67568554B66}">
      <dsp:nvSpPr>
        <dsp:cNvPr id="0" name=""/>
        <dsp:cNvSpPr/>
      </dsp:nvSpPr>
      <dsp:spPr>
        <a:xfrm>
          <a:off x="183013" y="137545"/>
          <a:ext cx="332752" cy="332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A45FA6-02D4-46C3-A1EE-AF98BA903680}">
      <dsp:nvSpPr>
        <dsp:cNvPr id="0" name=""/>
        <dsp:cNvSpPr/>
      </dsp:nvSpPr>
      <dsp:spPr>
        <a:xfrm>
          <a:off x="698779" y="1419"/>
          <a:ext cx="7347940" cy="60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30" tIns="64030" rIns="64030" bIns="640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project analyzes bike-sharing demand using Excel-based analytical techniques.</a:t>
          </a:r>
        </a:p>
      </dsp:txBody>
      <dsp:txXfrm>
        <a:off x="698779" y="1419"/>
        <a:ext cx="7347940" cy="605004"/>
      </dsp:txXfrm>
    </dsp:sp>
    <dsp:sp modelId="{CCCBF992-0E7A-42A5-9521-E24DDC92E27A}">
      <dsp:nvSpPr>
        <dsp:cNvPr id="0" name=""/>
        <dsp:cNvSpPr/>
      </dsp:nvSpPr>
      <dsp:spPr>
        <a:xfrm>
          <a:off x="0" y="757675"/>
          <a:ext cx="8046720" cy="6050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163B03-E019-41B7-839C-6EA285262E1A}">
      <dsp:nvSpPr>
        <dsp:cNvPr id="0" name=""/>
        <dsp:cNvSpPr/>
      </dsp:nvSpPr>
      <dsp:spPr>
        <a:xfrm>
          <a:off x="183013" y="893800"/>
          <a:ext cx="332752" cy="332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846B3-B729-4821-A41F-D2FDB96900F9}">
      <dsp:nvSpPr>
        <dsp:cNvPr id="0" name=""/>
        <dsp:cNvSpPr/>
      </dsp:nvSpPr>
      <dsp:spPr>
        <a:xfrm>
          <a:off x="698779" y="757675"/>
          <a:ext cx="7347940" cy="60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30" tIns="64030" rIns="64030" bIns="640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Objectives:</a:t>
          </a:r>
        </a:p>
      </dsp:txBody>
      <dsp:txXfrm>
        <a:off x="698779" y="757675"/>
        <a:ext cx="7347940" cy="605004"/>
      </dsp:txXfrm>
    </dsp:sp>
    <dsp:sp modelId="{60D34FFA-5F5D-4814-9869-D33E26560B23}">
      <dsp:nvSpPr>
        <dsp:cNvPr id="0" name=""/>
        <dsp:cNvSpPr/>
      </dsp:nvSpPr>
      <dsp:spPr>
        <a:xfrm>
          <a:off x="0" y="1513930"/>
          <a:ext cx="8046720" cy="6050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2451E-7E2E-484F-822F-EBB3AB595870}">
      <dsp:nvSpPr>
        <dsp:cNvPr id="0" name=""/>
        <dsp:cNvSpPr/>
      </dsp:nvSpPr>
      <dsp:spPr>
        <a:xfrm>
          <a:off x="183013" y="1650056"/>
          <a:ext cx="332752" cy="332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54431D-9337-4315-A60A-B794EC5D373C}">
      <dsp:nvSpPr>
        <dsp:cNvPr id="0" name=""/>
        <dsp:cNvSpPr/>
      </dsp:nvSpPr>
      <dsp:spPr>
        <a:xfrm>
          <a:off x="698779" y="1513930"/>
          <a:ext cx="7347940" cy="60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30" tIns="64030" rIns="64030" bIns="640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Analyze rental trends</a:t>
          </a:r>
        </a:p>
      </dsp:txBody>
      <dsp:txXfrm>
        <a:off x="698779" y="1513930"/>
        <a:ext cx="7347940" cy="605004"/>
      </dsp:txXfrm>
    </dsp:sp>
    <dsp:sp modelId="{8293C481-1754-48EB-85A4-75AD080419CA}">
      <dsp:nvSpPr>
        <dsp:cNvPr id="0" name=""/>
        <dsp:cNvSpPr/>
      </dsp:nvSpPr>
      <dsp:spPr>
        <a:xfrm>
          <a:off x="0" y="2270185"/>
          <a:ext cx="8046720" cy="6050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0CC607-D1B4-4928-A37B-545FEF9BB540}">
      <dsp:nvSpPr>
        <dsp:cNvPr id="0" name=""/>
        <dsp:cNvSpPr/>
      </dsp:nvSpPr>
      <dsp:spPr>
        <a:xfrm>
          <a:off x="183013" y="2406311"/>
          <a:ext cx="332752" cy="332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F5EF7-65F5-41F9-AEF1-38667891E37A}">
      <dsp:nvSpPr>
        <dsp:cNvPr id="0" name=""/>
        <dsp:cNvSpPr/>
      </dsp:nvSpPr>
      <dsp:spPr>
        <a:xfrm>
          <a:off x="698779" y="2270185"/>
          <a:ext cx="7347940" cy="60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30" tIns="64030" rIns="64030" bIns="640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Study weather impact</a:t>
          </a:r>
        </a:p>
      </dsp:txBody>
      <dsp:txXfrm>
        <a:off x="698779" y="2270185"/>
        <a:ext cx="7347940" cy="605004"/>
      </dsp:txXfrm>
    </dsp:sp>
    <dsp:sp modelId="{C5CCC63B-BC17-4AED-A091-3C69627A19FB}">
      <dsp:nvSpPr>
        <dsp:cNvPr id="0" name=""/>
        <dsp:cNvSpPr/>
      </dsp:nvSpPr>
      <dsp:spPr>
        <a:xfrm>
          <a:off x="0" y="3026440"/>
          <a:ext cx="8046720" cy="6050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9A73AB-6C95-421E-8B81-100CBF9C496F}">
      <dsp:nvSpPr>
        <dsp:cNvPr id="0" name=""/>
        <dsp:cNvSpPr/>
      </dsp:nvSpPr>
      <dsp:spPr>
        <a:xfrm>
          <a:off x="183013" y="3162566"/>
          <a:ext cx="332752" cy="332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139CC6-F4C6-4359-BB00-B7ADFBF6751A}">
      <dsp:nvSpPr>
        <dsp:cNvPr id="0" name=""/>
        <dsp:cNvSpPr/>
      </dsp:nvSpPr>
      <dsp:spPr>
        <a:xfrm>
          <a:off x="698779" y="3026440"/>
          <a:ext cx="7347940" cy="60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30" tIns="64030" rIns="64030" bIns="640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Create dashboards</a:t>
          </a:r>
        </a:p>
      </dsp:txBody>
      <dsp:txXfrm>
        <a:off x="698779" y="3026440"/>
        <a:ext cx="7347940" cy="605004"/>
      </dsp:txXfrm>
    </dsp:sp>
    <dsp:sp modelId="{0D4B89BF-A969-4BC7-A5C0-8BD48FD25513}">
      <dsp:nvSpPr>
        <dsp:cNvPr id="0" name=""/>
        <dsp:cNvSpPr/>
      </dsp:nvSpPr>
      <dsp:spPr>
        <a:xfrm>
          <a:off x="0" y="3782695"/>
          <a:ext cx="8046720" cy="6050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68AFA8-19C0-4DEC-8A1A-0F2C10DF6A86}">
      <dsp:nvSpPr>
        <dsp:cNvPr id="0" name=""/>
        <dsp:cNvSpPr/>
      </dsp:nvSpPr>
      <dsp:spPr>
        <a:xfrm>
          <a:off x="183013" y="3918821"/>
          <a:ext cx="332752" cy="332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F591FD-4253-4E9A-8C6C-43F4EBA00622}">
      <dsp:nvSpPr>
        <dsp:cNvPr id="0" name=""/>
        <dsp:cNvSpPr/>
      </dsp:nvSpPr>
      <dsp:spPr>
        <a:xfrm>
          <a:off x="698779" y="3782695"/>
          <a:ext cx="7347940" cy="60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30" tIns="64030" rIns="64030" bIns="640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Generate business insights</a:t>
          </a:r>
        </a:p>
      </dsp:txBody>
      <dsp:txXfrm>
        <a:off x="698779" y="3782695"/>
        <a:ext cx="7347940" cy="6050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9AC69F-15DA-4911-9C26-79234AF237E4}">
      <dsp:nvSpPr>
        <dsp:cNvPr id="0" name=""/>
        <dsp:cNvSpPr/>
      </dsp:nvSpPr>
      <dsp:spPr>
        <a:xfrm>
          <a:off x="2357" y="324326"/>
          <a:ext cx="1870233" cy="11221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Datasets Used:</a:t>
          </a:r>
        </a:p>
      </dsp:txBody>
      <dsp:txXfrm>
        <a:off x="2357" y="324326"/>
        <a:ext cx="1870233" cy="1122140"/>
      </dsp:txXfrm>
    </dsp:sp>
    <dsp:sp modelId="{BA15EDF8-7155-4808-8791-8F86A9102499}">
      <dsp:nvSpPr>
        <dsp:cNvPr id="0" name=""/>
        <dsp:cNvSpPr/>
      </dsp:nvSpPr>
      <dsp:spPr>
        <a:xfrm>
          <a:off x="2059614" y="324326"/>
          <a:ext cx="1870233" cy="11221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Dataset 1</a:t>
          </a:r>
        </a:p>
      </dsp:txBody>
      <dsp:txXfrm>
        <a:off x="2059614" y="324326"/>
        <a:ext cx="1870233" cy="1122140"/>
      </dsp:txXfrm>
    </dsp:sp>
    <dsp:sp modelId="{C690A4FE-3DA0-400A-BF2C-1AED74189C73}">
      <dsp:nvSpPr>
        <dsp:cNvPr id="0" name=""/>
        <dsp:cNvSpPr/>
      </dsp:nvSpPr>
      <dsp:spPr>
        <a:xfrm>
          <a:off x="4116871" y="324326"/>
          <a:ext cx="1870233" cy="11221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Dataset 2</a:t>
          </a:r>
        </a:p>
      </dsp:txBody>
      <dsp:txXfrm>
        <a:off x="4116871" y="324326"/>
        <a:ext cx="1870233" cy="1122140"/>
      </dsp:txXfrm>
    </dsp:sp>
    <dsp:sp modelId="{9486935F-DB18-4B84-81F9-DBBAF5F17B0A}">
      <dsp:nvSpPr>
        <dsp:cNvPr id="0" name=""/>
        <dsp:cNvSpPr/>
      </dsp:nvSpPr>
      <dsp:spPr>
        <a:xfrm>
          <a:off x="6174128" y="324326"/>
          <a:ext cx="1870233" cy="11221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Dataset 3</a:t>
          </a:r>
        </a:p>
      </dsp:txBody>
      <dsp:txXfrm>
        <a:off x="6174128" y="324326"/>
        <a:ext cx="1870233" cy="1122140"/>
      </dsp:txXfrm>
    </dsp:sp>
    <dsp:sp modelId="{9CABBBE5-B7BA-4DCC-BF9F-AC6684BC00E0}">
      <dsp:nvSpPr>
        <dsp:cNvPr id="0" name=""/>
        <dsp:cNvSpPr/>
      </dsp:nvSpPr>
      <dsp:spPr>
        <a:xfrm>
          <a:off x="2357" y="1633489"/>
          <a:ext cx="1870233" cy="11221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Important Columns:</a:t>
          </a:r>
        </a:p>
      </dsp:txBody>
      <dsp:txXfrm>
        <a:off x="2357" y="1633489"/>
        <a:ext cx="1870233" cy="1122140"/>
      </dsp:txXfrm>
    </dsp:sp>
    <dsp:sp modelId="{30A62D82-4AF7-4FB8-9800-DF0D792D9F49}">
      <dsp:nvSpPr>
        <dsp:cNvPr id="0" name=""/>
        <dsp:cNvSpPr/>
      </dsp:nvSpPr>
      <dsp:spPr>
        <a:xfrm>
          <a:off x="2059614" y="1633489"/>
          <a:ext cx="1870233" cy="11221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Date</a:t>
          </a:r>
        </a:p>
      </dsp:txBody>
      <dsp:txXfrm>
        <a:off x="2059614" y="1633489"/>
        <a:ext cx="1870233" cy="1122140"/>
      </dsp:txXfrm>
    </dsp:sp>
    <dsp:sp modelId="{630601D4-8D1E-46C0-9E4F-D93523F4C71F}">
      <dsp:nvSpPr>
        <dsp:cNvPr id="0" name=""/>
        <dsp:cNvSpPr/>
      </dsp:nvSpPr>
      <dsp:spPr>
        <a:xfrm>
          <a:off x="4116871" y="1633489"/>
          <a:ext cx="1870233" cy="11221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Hour</a:t>
          </a:r>
        </a:p>
      </dsp:txBody>
      <dsp:txXfrm>
        <a:off x="4116871" y="1633489"/>
        <a:ext cx="1870233" cy="1122140"/>
      </dsp:txXfrm>
    </dsp:sp>
    <dsp:sp modelId="{DFD7D350-6E45-4C5A-AF87-A5C448413E61}">
      <dsp:nvSpPr>
        <dsp:cNvPr id="0" name=""/>
        <dsp:cNvSpPr/>
      </dsp:nvSpPr>
      <dsp:spPr>
        <a:xfrm>
          <a:off x="6174128" y="1633489"/>
          <a:ext cx="1870233" cy="11221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Temperature</a:t>
          </a:r>
        </a:p>
      </dsp:txBody>
      <dsp:txXfrm>
        <a:off x="6174128" y="1633489"/>
        <a:ext cx="1870233" cy="1122140"/>
      </dsp:txXfrm>
    </dsp:sp>
    <dsp:sp modelId="{2A6B0E51-A953-47B4-AA1E-5732C108CBC6}">
      <dsp:nvSpPr>
        <dsp:cNvPr id="0" name=""/>
        <dsp:cNvSpPr/>
      </dsp:nvSpPr>
      <dsp:spPr>
        <a:xfrm>
          <a:off x="2059614" y="2942653"/>
          <a:ext cx="1870233" cy="11221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Humidity</a:t>
          </a:r>
        </a:p>
      </dsp:txBody>
      <dsp:txXfrm>
        <a:off x="2059614" y="2942653"/>
        <a:ext cx="1870233" cy="1122140"/>
      </dsp:txXfrm>
    </dsp:sp>
    <dsp:sp modelId="{A02C2D4D-8776-4E2B-8253-2CCB6A72DB14}">
      <dsp:nvSpPr>
        <dsp:cNvPr id="0" name=""/>
        <dsp:cNvSpPr/>
      </dsp:nvSpPr>
      <dsp:spPr>
        <a:xfrm>
          <a:off x="4116871" y="2942653"/>
          <a:ext cx="1870233" cy="11221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User Count</a:t>
          </a:r>
        </a:p>
      </dsp:txBody>
      <dsp:txXfrm>
        <a:off x="4116871" y="2942653"/>
        <a:ext cx="1870233" cy="11221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5EDD0-BF06-4F8A-BFB5-225D764F7157}">
      <dsp:nvSpPr>
        <dsp:cNvPr id="0" name=""/>
        <dsp:cNvSpPr/>
      </dsp:nvSpPr>
      <dsp:spPr>
        <a:xfrm>
          <a:off x="0" y="364410"/>
          <a:ext cx="804672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Removed duplicates</a:t>
          </a:r>
        </a:p>
      </dsp:txBody>
      <dsp:txXfrm>
        <a:off x="40980" y="405390"/>
        <a:ext cx="7964760" cy="757514"/>
      </dsp:txXfrm>
    </dsp:sp>
    <dsp:sp modelId="{77091C58-A93E-4DC3-B98A-B3C594FAEC6A}">
      <dsp:nvSpPr>
        <dsp:cNvPr id="0" name=""/>
        <dsp:cNvSpPr/>
      </dsp:nvSpPr>
      <dsp:spPr>
        <a:xfrm>
          <a:off x="0" y="1304685"/>
          <a:ext cx="804672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Handled missing values</a:t>
          </a:r>
        </a:p>
      </dsp:txBody>
      <dsp:txXfrm>
        <a:off x="40980" y="1345665"/>
        <a:ext cx="7964760" cy="757514"/>
      </dsp:txXfrm>
    </dsp:sp>
    <dsp:sp modelId="{83269C94-356D-420C-82F8-6D36F5B5BDF3}">
      <dsp:nvSpPr>
        <dsp:cNvPr id="0" name=""/>
        <dsp:cNvSpPr/>
      </dsp:nvSpPr>
      <dsp:spPr>
        <a:xfrm>
          <a:off x="0" y="2244960"/>
          <a:ext cx="804672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Standardized formats</a:t>
          </a:r>
        </a:p>
      </dsp:txBody>
      <dsp:txXfrm>
        <a:off x="40980" y="2285940"/>
        <a:ext cx="7964760" cy="757514"/>
      </dsp:txXfrm>
    </dsp:sp>
    <dsp:sp modelId="{935D7BF9-E3A9-4D0E-B495-86011285FF89}">
      <dsp:nvSpPr>
        <dsp:cNvPr id="0" name=""/>
        <dsp:cNvSpPr/>
      </dsp:nvSpPr>
      <dsp:spPr>
        <a:xfrm>
          <a:off x="0" y="3185234"/>
          <a:ext cx="804672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Merged datasets using lookup functions</a:t>
          </a:r>
        </a:p>
      </dsp:txBody>
      <dsp:txXfrm>
        <a:off x="40980" y="3226214"/>
        <a:ext cx="7964760" cy="7575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8C1D2-A8B2-4790-BC14-7105275989EE}">
      <dsp:nvSpPr>
        <dsp:cNvPr id="0" name=""/>
        <dsp:cNvSpPr/>
      </dsp:nvSpPr>
      <dsp:spPr>
        <a:xfrm>
          <a:off x="0" y="57375"/>
          <a:ext cx="804672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Pivot Tables</a:t>
          </a:r>
        </a:p>
      </dsp:txBody>
      <dsp:txXfrm>
        <a:off x="31613" y="88988"/>
        <a:ext cx="7983494" cy="584369"/>
      </dsp:txXfrm>
    </dsp:sp>
    <dsp:sp modelId="{E3A06D12-5564-4CF6-B394-89B32B257B0B}">
      <dsp:nvSpPr>
        <dsp:cNvPr id="0" name=""/>
        <dsp:cNvSpPr/>
      </dsp:nvSpPr>
      <dsp:spPr>
        <a:xfrm>
          <a:off x="0" y="782730"/>
          <a:ext cx="804672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Pivot Charts</a:t>
          </a:r>
        </a:p>
      </dsp:txBody>
      <dsp:txXfrm>
        <a:off x="31613" y="814343"/>
        <a:ext cx="7983494" cy="584369"/>
      </dsp:txXfrm>
    </dsp:sp>
    <dsp:sp modelId="{9078DD16-D819-45FF-8FD7-00253BC5C579}">
      <dsp:nvSpPr>
        <dsp:cNvPr id="0" name=""/>
        <dsp:cNvSpPr/>
      </dsp:nvSpPr>
      <dsp:spPr>
        <a:xfrm>
          <a:off x="0" y="1508085"/>
          <a:ext cx="804672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VLOOKUP</a:t>
          </a:r>
        </a:p>
      </dsp:txBody>
      <dsp:txXfrm>
        <a:off x="31613" y="1539698"/>
        <a:ext cx="7983494" cy="584369"/>
      </dsp:txXfrm>
    </dsp:sp>
    <dsp:sp modelId="{4CCCACE7-CE8A-47AC-8140-BBAC820E49D7}">
      <dsp:nvSpPr>
        <dsp:cNvPr id="0" name=""/>
        <dsp:cNvSpPr/>
      </dsp:nvSpPr>
      <dsp:spPr>
        <a:xfrm>
          <a:off x="0" y="2233440"/>
          <a:ext cx="804672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IF Function</a:t>
          </a:r>
        </a:p>
      </dsp:txBody>
      <dsp:txXfrm>
        <a:off x="31613" y="2265053"/>
        <a:ext cx="7983494" cy="584369"/>
      </dsp:txXfrm>
    </dsp:sp>
    <dsp:sp modelId="{A0AE9F1E-8583-4EA3-ABFF-0F21F5E1350A}">
      <dsp:nvSpPr>
        <dsp:cNvPr id="0" name=""/>
        <dsp:cNvSpPr/>
      </dsp:nvSpPr>
      <dsp:spPr>
        <a:xfrm>
          <a:off x="0" y="2958795"/>
          <a:ext cx="804672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COUNTIF &amp; SUMIF</a:t>
          </a:r>
        </a:p>
      </dsp:txBody>
      <dsp:txXfrm>
        <a:off x="31613" y="2990408"/>
        <a:ext cx="7983494" cy="584369"/>
      </dsp:txXfrm>
    </dsp:sp>
    <dsp:sp modelId="{82282881-0D85-4C4E-897E-F4EB04AFE197}">
      <dsp:nvSpPr>
        <dsp:cNvPr id="0" name=""/>
        <dsp:cNvSpPr/>
      </dsp:nvSpPr>
      <dsp:spPr>
        <a:xfrm>
          <a:off x="0" y="3684150"/>
          <a:ext cx="804672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Forecast Sheet</a:t>
          </a:r>
        </a:p>
      </dsp:txBody>
      <dsp:txXfrm>
        <a:off x="31613" y="3715763"/>
        <a:ext cx="7983494" cy="5843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B8D8A-E68E-4AC3-A104-A8C18E64EC62}">
      <dsp:nvSpPr>
        <dsp:cNvPr id="0" name=""/>
        <dsp:cNvSpPr/>
      </dsp:nvSpPr>
      <dsp:spPr>
        <a:xfrm>
          <a:off x="1828800" y="0"/>
          <a:ext cx="4389120" cy="438912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5FD87-0CCA-4806-8CB5-F66B31291830}">
      <dsp:nvSpPr>
        <dsp:cNvPr id="0" name=""/>
        <dsp:cNvSpPr/>
      </dsp:nvSpPr>
      <dsp:spPr>
        <a:xfrm>
          <a:off x="2245766" y="416966"/>
          <a:ext cx="1711756" cy="1711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Hourly demand analysis</a:t>
          </a:r>
        </a:p>
      </dsp:txBody>
      <dsp:txXfrm>
        <a:off x="2329327" y="500527"/>
        <a:ext cx="1544634" cy="1544634"/>
      </dsp:txXfrm>
    </dsp:sp>
    <dsp:sp modelId="{3D11CFB1-ACC4-466E-91EC-13DE2ABA63AB}">
      <dsp:nvSpPr>
        <dsp:cNvPr id="0" name=""/>
        <dsp:cNvSpPr/>
      </dsp:nvSpPr>
      <dsp:spPr>
        <a:xfrm>
          <a:off x="4089196" y="416966"/>
          <a:ext cx="1711756" cy="1711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Weather impact analysis</a:t>
          </a:r>
        </a:p>
      </dsp:txBody>
      <dsp:txXfrm>
        <a:off x="4172757" y="500527"/>
        <a:ext cx="1544634" cy="1544634"/>
      </dsp:txXfrm>
    </dsp:sp>
    <dsp:sp modelId="{845AC3A9-4272-4A20-B733-6288E53C7711}">
      <dsp:nvSpPr>
        <dsp:cNvPr id="0" name=""/>
        <dsp:cNvSpPr/>
      </dsp:nvSpPr>
      <dsp:spPr>
        <a:xfrm>
          <a:off x="2245766" y="2260396"/>
          <a:ext cx="1711756" cy="1711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Weekend vs weekday comparison</a:t>
          </a:r>
        </a:p>
      </dsp:txBody>
      <dsp:txXfrm>
        <a:off x="2329327" y="2343957"/>
        <a:ext cx="1544634" cy="1544634"/>
      </dsp:txXfrm>
    </dsp:sp>
    <dsp:sp modelId="{80FF2FA9-69BD-4C7C-B57C-74679CF5A130}">
      <dsp:nvSpPr>
        <dsp:cNvPr id="0" name=""/>
        <dsp:cNvSpPr/>
      </dsp:nvSpPr>
      <dsp:spPr>
        <a:xfrm>
          <a:off x="4089196" y="2260396"/>
          <a:ext cx="1711756" cy="1711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Seasonal trends</a:t>
          </a:r>
        </a:p>
      </dsp:txBody>
      <dsp:txXfrm>
        <a:off x="4172757" y="2343957"/>
        <a:ext cx="1544634" cy="15446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53F9A7-B923-4759-B73D-F1BBE2639E73}">
      <dsp:nvSpPr>
        <dsp:cNvPr id="0" name=""/>
        <dsp:cNvSpPr/>
      </dsp:nvSpPr>
      <dsp:spPr>
        <a:xfrm>
          <a:off x="0" y="1821"/>
          <a:ext cx="8046720" cy="9232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D579E-907B-4F35-9AF1-F1429C547C99}">
      <dsp:nvSpPr>
        <dsp:cNvPr id="0" name=""/>
        <dsp:cNvSpPr/>
      </dsp:nvSpPr>
      <dsp:spPr>
        <a:xfrm>
          <a:off x="279285" y="209554"/>
          <a:ext cx="507792" cy="5077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5BC684-3A86-4F22-869B-3CD11069DC9B}">
      <dsp:nvSpPr>
        <dsp:cNvPr id="0" name=""/>
        <dsp:cNvSpPr/>
      </dsp:nvSpPr>
      <dsp:spPr>
        <a:xfrm>
          <a:off x="1066363" y="1821"/>
          <a:ext cx="6980356" cy="923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711" tIns="97711" rIns="97711" bIns="9771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Demand increased during daytime</a:t>
          </a:r>
        </a:p>
      </dsp:txBody>
      <dsp:txXfrm>
        <a:off x="1066363" y="1821"/>
        <a:ext cx="6980356" cy="923258"/>
      </dsp:txXfrm>
    </dsp:sp>
    <dsp:sp modelId="{3BF13257-4121-49C7-94EA-C9C73EE62BEC}">
      <dsp:nvSpPr>
        <dsp:cNvPr id="0" name=""/>
        <dsp:cNvSpPr/>
      </dsp:nvSpPr>
      <dsp:spPr>
        <a:xfrm>
          <a:off x="0" y="1155894"/>
          <a:ext cx="8046720" cy="9232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AD2668-D1A1-4E55-9DB0-0FA6192EE749}">
      <dsp:nvSpPr>
        <dsp:cNvPr id="0" name=""/>
        <dsp:cNvSpPr/>
      </dsp:nvSpPr>
      <dsp:spPr>
        <a:xfrm>
          <a:off x="279285" y="1363627"/>
          <a:ext cx="507792" cy="5077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32BE4-CC9E-494A-B010-D9502479E8E7}">
      <dsp:nvSpPr>
        <dsp:cNvPr id="0" name=""/>
        <dsp:cNvSpPr/>
      </dsp:nvSpPr>
      <dsp:spPr>
        <a:xfrm>
          <a:off x="1066363" y="1155894"/>
          <a:ext cx="6980356" cy="923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711" tIns="97711" rIns="97711" bIns="9771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Rain reduced rentals</a:t>
          </a:r>
        </a:p>
      </dsp:txBody>
      <dsp:txXfrm>
        <a:off x="1066363" y="1155894"/>
        <a:ext cx="6980356" cy="923258"/>
      </dsp:txXfrm>
    </dsp:sp>
    <dsp:sp modelId="{BDC1389E-F4CE-4C93-8D68-C7BA8A34F583}">
      <dsp:nvSpPr>
        <dsp:cNvPr id="0" name=""/>
        <dsp:cNvSpPr/>
      </dsp:nvSpPr>
      <dsp:spPr>
        <a:xfrm>
          <a:off x="0" y="2309967"/>
          <a:ext cx="8046720" cy="9232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54148-DB13-4EF1-9F42-B1C4CE5F1891}">
      <dsp:nvSpPr>
        <dsp:cNvPr id="0" name=""/>
        <dsp:cNvSpPr/>
      </dsp:nvSpPr>
      <dsp:spPr>
        <a:xfrm>
          <a:off x="279285" y="2517700"/>
          <a:ext cx="507792" cy="5077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0D93E5-54E9-46CB-BB99-99C3FE2DBECB}">
      <dsp:nvSpPr>
        <dsp:cNvPr id="0" name=""/>
        <dsp:cNvSpPr/>
      </dsp:nvSpPr>
      <dsp:spPr>
        <a:xfrm>
          <a:off x="1066363" y="2309967"/>
          <a:ext cx="6980356" cy="923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711" tIns="97711" rIns="97711" bIns="9771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Registered users rented more bikes</a:t>
          </a:r>
        </a:p>
      </dsp:txBody>
      <dsp:txXfrm>
        <a:off x="1066363" y="2309967"/>
        <a:ext cx="6980356" cy="923258"/>
      </dsp:txXfrm>
    </dsp:sp>
    <dsp:sp modelId="{7D34376E-4955-408B-A440-EED83C4B676F}">
      <dsp:nvSpPr>
        <dsp:cNvPr id="0" name=""/>
        <dsp:cNvSpPr/>
      </dsp:nvSpPr>
      <dsp:spPr>
        <a:xfrm>
          <a:off x="0" y="3464040"/>
          <a:ext cx="8046720" cy="9232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ACD749-3672-4AD4-B6AA-8835A8FCC527}">
      <dsp:nvSpPr>
        <dsp:cNvPr id="0" name=""/>
        <dsp:cNvSpPr/>
      </dsp:nvSpPr>
      <dsp:spPr>
        <a:xfrm>
          <a:off x="279285" y="3671773"/>
          <a:ext cx="507792" cy="5077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0D3F4-718C-426A-8E44-D00ED9F47380}">
      <dsp:nvSpPr>
        <dsp:cNvPr id="0" name=""/>
        <dsp:cNvSpPr/>
      </dsp:nvSpPr>
      <dsp:spPr>
        <a:xfrm>
          <a:off x="1066363" y="3464040"/>
          <a:ext cx="6980356" cy="923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711" tIns="97711" rIns="97711" bIns="9771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Summer had highest demand</a:t>
          </a:r>
        </a:p>
      </dsp:txBody>
      <dsp:txXfrm>
        <a:off x="1066363" y="3464040"/>
        <a:ext cx="6980356" cy="92325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44694-0C9B-4D50-8361-15B65A84206A}">
      <dsp:nvSpPr>
        <dsp:cNvPr id="0" name=""/>
        <dsp:cNvSpPr/>
      </dsp:nvSpPr>
      <dsp:spPr>
        <a:xfrm>
          <a:off x="526860" y="889560"/>
          <a:ext cx="1441125" cy="1441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76C63-C5B0-461B-B96D-53BA4D86D3EB}">
      <dsp:nvSpPr>
        <dsp:cNvPr id="0" name=""/>
        <dsp:cNvSpPr/>
      </dsp:nvSpPr>
      <dsp:spPr>
        <a:xfrm>
          <a:off x="833985" y="1196685"/>
          <a:ext cx="826875" cy="826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D057B-66EE-4800-83FB-334345E1A57B}">
      <dsp:nvSpPr>
        <dsp:cNvPr id="0" name=""/>
        <dsp:cNvSpPr/>
      </dsp:nvSpPr>
      <dsp:spPr>
        <a:xfrm>
          <a:off x="66172" y="2779560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• </a:t>
          </a:r>
          <a:r>
            <a:rPr lang="en-US" sz="2100" kern="1200" dirty="0">
              <a:solidFill>
                <a:schemeClr val="bg2"/>
              </a:solidFill>
            </a:rPr>
            <a:t>Increase bikes during peak hours</a:t>
          </a:r>
        </a:p>
      </dsp:txBody>
      <dsp:txXfrm>
        <a:off x="66172" y="2779560"/>
        <a:ext cx="2362500" cy="720000"/>
      </dsp:txXfrm>
    </dsp:sp>
    <dsp:sp modelId="{FD9F300A-E995-4132-9A26-A28247D2E6F3}">
      <dsp:nvSpPr>
        <dsp:cNvPr id="0" name=""/>
        <dsp:cNvSpPr/>
      </dsp:nvSpPr>
      <dsp:spPr>
        <a:xfrm>
          <a:off x="3302797" y="889560"/>
          <a:ext cx="1441125" cy="1441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700B34-E0B5-4433-A950-EB29BA408E57}">
      <dsp:nvSpPr>
        <dsp:cNvPr id="0" name=""/>
        <dsp:cNvSpPr/>
      </dsp:nvSpPr>
      <dsp:spPr>
        <a:xfrm>
          <a:off x="3609922" y="1196685"/>
          <a:ext cx="826875" cy="826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869B9-7CED-4C9B-B3E7-A57715069CE5}">
      <dsp:nvSpPr>
        <dsp:cNvPr id="0" name=""/>
        <dsp:cNvSpPr/>
      </dsp:nvSpPr>
      <dsp:spPr>
        <a:xfrm>
          <a:off x="2842110" y="2779560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>
              <a:solidFill>
                <a:schemeClr val="bg2"/>
              </a:solidFill>
            </a:rPr>
            <a:t>• Improve weekend service</a:t>
          </a:r>
        </a:p>
      </dsp:txBody>
      <dsp:txXfrm>
        <a:off x="2842110" y="2779560"/>
        <a:ext cx="2362500" cy="720000"/>
      </dsp:txXfrm>
    </dsp:sp>
    <dsp:sp modelId="{E29C4AE4-E607-46BD-91C1-C967A9CB4D93}">
      <dsp:nvSpPr>
        <dsp:cNvPr id="0" name=""/>
        <dsp:cNvSpPr/>
      </dsp:nvSpPr>
      <dsp:spPr>
        <a:xfrm>
          <a:off x="6078735" y="889560"/>
          <a:ext cx="1441125" cy="1441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0FAFFA-94CC-41AC-8818-2690AE727C79}">
      <dsp:nvSpPr>
        <dsp:cNvPr id="0" name=""/>
        <dsp:cNvSpPr/>
      </dsp:nvSpPr>
      <dsp:spPr>
        <a:xfrm>
          <a:off x="6385860" y="1196685"/>
          <a:ext cx="826875" cy="826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18B00-F433-40C1-8D31-63529C2D77C7}">
      <dsp:nvSpPr>
        <dsp:cNvPr id="0" name=""/>
        <dsp:cNvSpPr/>
      </dsp:nvSpPr>
      <dsp:spPr>
        <a:xfrm>
          <a:off x="5618047" y="2779560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• </a:t>
          </a:r>
          <a:r>
            <a:rPr lang="en-US" sz="2100" kern="1200" dirty="0">
              <a:solidFill>
                <a:schemeClr val="bg2"/>
              </a:solidFill>
            </a:rPr>
            <a:t>Use forecasting for planning</a:t>
          </a:r>
        </a:p>
      </dsp:txBody>
      <dsp:txXfrm>
        <a:off x="5618047" y="2779560"/>
        <a:ext cx="23625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C138AB-28CD-41B5-9DE8-D409894F2AAD}">
      <dsp:nvSpPr>
        <dsp:cNvPr id="0" name=""/>
        <dsp:cNvSpPr/>
      </dsp:nvSpPr>
      <dsp:spPr>
        <a:xfrm>
          <a:off x="377396" y="367"/>
          <a:ext cx="965361" cy="9653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373F0-4FED-41A7-AED9-CD5FD943521E}">
      <dsp:nvSpPr>
        <dsp:cNvPr id="0" name=""/>
        <dsp:cNvSpPr/>
      </dsp:nvSpPr>
      <dsp:spPr>
        <a:xfrm>
          <a:off x="580122" y="203093"/>
          <a:ext cx="559909" cy="559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3C47C-290A-44F0-9E54-1D0EA52063FD}">
      <dsp:nvSpPr>
        <dsp:cNvPr id="0" name=""/>
        <dsp:cNvSpPr/>
      </dsp:nvSpPr>
      <dsp:spPr>
        <a:xfrm>
          <a:off x="1549620" y="367"/>
          <a:ext cx="2275495" cy="965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2"/>
              </a:solidFill>
            </a:rPr>
            <a:t>The project successfully demonstrated Excel-based analytics and reporting</a:t>
          </a:r>
          <a:r>
            <a:rPr lang="en-US" sz="1600" kern="1200" dirty="0"/>
            <a:t>.</a:t>
          </a:r>
        </a:p>
      </dsp:txBody>
      <dsp:txXfrm>
        <a:off x="1549620" y="367"/>
        <a:ext cx="2275495" cy="965361"/>
      </dsp:txXfrm>
    </dsp:sp>
    <dsp:sp modelId="{116689E4-A2EA-4FF5-BC8C-8D7D9A9436DD}">
      <dsp:nvSpPr>
        <dsp:cNvPr id="0" name=""/>
        <dsp:cNvSpPr/>
      </dsp:nvSpPr>
      <dsp:spPr>
        <a:xfrm>
          <a:off x="4221603" y="367"/>
          <a:ext cx="965361" cy="9653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D2FC03-4E2C-4A68-80ED-019238D78915}">
      <dsp:nvSpPr>
        <dsp:cNvPr id="0" name=""/>
        <dsp:cNvSpPr/>
      </dsp:nvSpPr>
      <dsp:spPr>
        <a:xfrm>
          <a:off x="4424329" y="203093"/>
          <a:ext cx="559909" cy="559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E6245-8F26-4732-9393-D71FDB346247}">
      <dsp:nvSpPr>
        <dsp:cNvPr id="0" name=""/>
        <dsp:cNvSpPr/>
      </dsp:nvSpPr>
      <dsp:spPr>
        <a:xfrm>
          <a:off x="5393828" y="367"/>
          <a:ext cx="2275495" cy="965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2"/>
              </a:solidFill>
            </a:rPr>
            <a:t>Future Scope:</a:t>
          </a:r>
        </a:p>
      </dsp:txBody>
      <dsp:txXfrm>
        <a:off x="5393828" y="367"/>
        <a:ext cx="2275495" cy="965361"/>
      </dsp:txXfrm>
    </dsp:sp>
    <dsp:sp modelId="{A72C72C2-3F05-463E-9A68-526A0691267D}">
      <dsp:nvSpPr>
        <dsp:cNvPr id="0" name=""/>
        <dsp:cNvSpPr/>
      </dsp:nvSpPr>
      <dsp:spPr>
        <a:xfrm>
          <a:off x="377396" y="1711879"/>
          <a:ext cx="965361" cy="9653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7ECC96-0A4E-4587-80EF-5A07BEFB85CE}">
      <dsp:nvSpPr>
        <dsp:cNvPr id="0" name=""/>
        <dsp:cNvSpPr/>
      </dsp:nvSpPr>
      <dsp:spPr>
        <a:xfrm>
          <a:off x="580122" y="1914605"/>
          <a:ext cx="559909" cy="559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A20768-4039-4A1A-8C2A-C53B6B9890C4}">
      <dsp:nvSpPr>
        <dsp:cNvPr id="0" name=""/>
        <dsp:cNvSpPr/>
      </dsp:nvSpPr>
      <dsp:spPr>
        <a:xfrm>
          <a:off x="1549620" y="1711879"/>
          <a:ext cx="2275495" cy="965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• </a:t>
          </a:r>
          <a:r>
            <a:rPr lang="en-US" sz="1600" kern="1200" dirty="0">
              <a:solidFill>
                <a:schemeClr val="bg2"/>
              </a:solidFill>
            </a:rPr>
            <a:t>Power BI</a:t>
          </a:r>
        </a:p>
      </dsp:txBody>
      <dsp:txXfrm>
        <a:off x="1549620" y="1711879"/>
        <a:ext cx="2275495" cy="965361"/>
      </dsp:txXfrm>
    </dsp:sp>
    <dsp:sp modelId="{43174780-F7C3-4FED-8ABD-1A93C7F69C8F}">
      <dsp:nvSpPr>
        <dsp:cNvPr id="0" name=""/>
        <dsp:cNvSpPr/>
      </dsp:nvSpPr>
      <dsp:spPr>
        <a:xfrm>
          <a:off x="4221603" y="1711879"/>
          <a:ext cx="965361" cy="9653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F50458-AA65-49FC-A26F-BEE8B349BEDF}">
      <dsp:nvSpPr>
        <dsp:cNvPr id="0" name=""/>
        <dsp:cNvSpPr/>
      </dsp:nvSpPr>
      <dsp:spPr>
        <a:xfrm>
          <a:off x="4424329" y="1914605"/>
          <a:ext cx="559909" cy="559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D2AE98-9FB1-4126-92C8-48B2F0705B53}">
      <dsp:nvSpPr>
        <dsp:cNvPr id="0" name=""/>
        <dsp:cNvSpPr/>
      </dsp:nvSpPr>
      <dsp:spPr>
        <a:xfrm>
          <a:off x="5393828" y="1711879"/>
          <a:ext cx="2275495" cy="965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2"/>
              </a:solidFill>
            </a:rPr>
            <a:t>• Machine learning prediction</a:t>
          </a:r>
        </a:p>
      </dsp:txBody>
      <dsp:txXfrm>
        <a:off x="5393828" y="1711879"/>
        <a:ext cx="2275495" cy="965361"/>
      </dsp:txXfrm>
    </dsp:sp>
    <dsp:sp modelId="{AA48AD9D-7AA8-4010-A3BF-EC4E06A56BD5}">
      <dsp:nvSpPr>
        <dsp:cNvPr id="0" name=""/>
        <dsp:cNvSpPr/>
      </dsp:nvSpPr>
      <dsp:spPr>
        <a:xfrm>
          <a:off x="377396" y="3423391"/>
          <a:ext cx="965361" cy="9653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086584-158A-4E9B-B496-CD8A1C40CD5D}">
      <dsp:nvSpPr>
        <dsp:cNvPr id="0" name=""/>
        <dsp:cNvSpPr/>
      </dsp:nvSpPr>
      <dsp:spPr>
        <a:xfrm>
          <a:off x="580122" y="3626117"/>
          <a:ext cx="559909" cy="559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74DAB-16EE-4A4F-A8D3-D65C8F41FE7C}">
      <dsp:nvSpPr>
        <dsp:cNvPr id="0" name=""/>
        <dsp:cNvSpPr/>
      </dsp:nvSpPr>
      <dsp:spPr>
        <a:xfrm>
          <a:off x="1549620" y="3423391"/>
          <a:ext cx="2275495" cy="965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• </a:t>
          </a:r>
          <a:r>
            <a:rPr lang="en-US" sz="1600" kern="1200" dirty="0">
              <a:solidFill>
                <a:schemeClr val="bg2"/>
              </a:solidFill>
            </a:rPr>
            <a:t>Real-time dashboards</a:t>
          </a:r>
        </a:p>
      </dsp:txBody>
      <dsp:txXfrm>
        <a:off x="1549620" y="3423391"/>
        <a:ext cx="2275495" cy="9653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ern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Bike Sharing Demand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45720"/>
          </a:xfrm>
          <a:prstGeom prst="rect">
            <a:avLst/>
          </a:prstGeom>
          <a:solidFill>
            <a:srgbClr val="8C64FF"/>
          </a:solidFill>
          <a:ln>
            <a:solidFill>
              <a:srgbClr val="8C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CD522EFF-C0D5-34AB-1811-533D7AEA2E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2826437"/>
              </p:ext>
            </p:extLst>
          </p:nvPr>
        </p:nvGraphicFramePr>
        <p:xfrm>
          <a:off x="822960" y="1554480"/>
          <a:ext cx="80467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ern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45720"/>
          </a:xfrm>
          <a:prstGeom prst="rect">
            <a:avLst/>
          </a:prstGeom>
          <a:solidFill>
            <a:srgbClr val="8C64FF"/>
          </a:solidFill>
          <a:ln>
            <a:solidFill>
              <a:srgbClr val="8C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AB2DDD6E-144A-0FCC-1F51-AEF53A0141BA}"/>
              </a:ext>
            </a:extLst>
          </p:cNvPr>
          <p:cNvGraphicFramePr/>
          <p:nvPr/>
        </p:nvGraphicFramePr>
        <p:xfrm>
          <a:off x="822960" y="1554480"/>
          <a:ext cx="80467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ern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Dataset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45720"/>
          </a:xfrm>
          <a:prstGeom prst="rect">
            <a:avLst/>
          </a:prstGeom>
          <a:solidFill>
            <a:srgbClr val="8C64FF"/>
          </a:solidFill>
          <a:ln>
            <a:solidFill>
              <a:srgbClr val="8C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58EBFBA4-308F-2A9F-5714-A5628D4B9C21}"/>
              </a:ext>
            </a:extLst>
          </p:cNvPr>
          <p:cNvGraphicFramePr/>
          <p:nvPr/>
        </p:nvGraphicFramePr>
        <p:xfrm>
          <a:off x="822960" y="1554480"/>
          <a:ext cx="80467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ern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Data Cleaning &amp;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45720"/>
          </a:xfrm>
          <a:prstGeom prst="rect">
            <a:avLst/>
          </a:prstGeom>
          <a:solidFill>
            <a:srgbClr val="8C64FF"/>
          </a:solidFill>
          <a:ln>
            <a:solidFill>
              <a:srgbClr val="8C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9816AC35-9AAD-10BF-B974-8E68150DF145}"/>
              </a:ext>
            </a:extLst>
          </p:cNvPr>
          <p:cNvGraphicFramePr/>
          <p:nvPr/>
        </p:nvGraphicFramePr>
        <p:xfrm>
          <a:off x="822960" y="1554480"/>
          <a:ext cx="80467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ern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Excel Tools &amp; Functions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45720"/>
          </a:xfrm>
          <a:prstGeom prst="rect">
            <a:avLst/>
          </a:prstGeom>
          <a:solidFill>
            <a:srgbClr val="8C64FF"/>
          </a:solidFill>
          <a:ln>
            <a:solidFill>
              <a:srgbClr val="8C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46651164-5A06-E61C-BA94-FC5E90F98C13}"/>
              </a:ext>
            </a:extLst>
          </p:cNvPr>
          <p:cNvGraphicFramePr/>
          <p:nvPr/>
        </p:nvGraphicFramePr>
        <p:xfrm>
          <a:off x="822960" y="1554480"/>
          <a:ext cx="80467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ern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Rental Demand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45720"/>
          </a:xfrm>
          <a:prstGeom prst="rect">
            <a:avLst/>
          </a:prstGeom>
          <a:solidFill>
            <a:srgbClr val="8C64FF"/>
          </a:solidFill>
          <a:ln>
            <a:solidFill>
              <a:srgbClr val="8C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F1E24EE6-CA30-1CA8-7CEB-6C320F1EE2ED}"/>
              </a:ext>
            </a:extLst>
          </p:cNvPr>
          <p:cNvGraphicFramePr/>
          <p:nvPr/>
        </p:nvGraphicFramePr>
        <p:xfrm>
          <a:off x="822960" y="1554480"/>
          <a:ext cx="80467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ern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Interactive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45720"/>
          </a:xfrm>
          <a:prstGeom prst="rect">
            <a:avLst/>
          </a:prstGeom>
          <a:solidFill>
            <a:srgbClr val="8C64FF"/>
          </a:solidFill>
          <a:ln>
            <a:solidFill>
              <a:srgbClr val="8C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78014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EBEBEB"/>
                </a:solidFill>
              </a:rPr>
              <a:t>An interactive dashboard was created using slicers, timelines, and charts for visual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ern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Insights &amp;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45720"/>
          </a:xfrm>
          <a:prstGeom prst="rect">
            <a:avLst/>
          </a:prstGeom>
          <a:solidFill>
            <a:srgbClr val="8C64FF"/>
          </a:solidFill>
          <a:ln>
            <a:solidFill>
              <a:srgbClr val="8C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DF4E3F3A-6E62-D871-FB54-7079B999CB16}"/>
              </a:ext>
            </a:extLst>
          </p:cNvPr>
          <p:cNvGraphicFramePr/>
          <p:nvPr/>
        </p:nvGraphicFramePr>
        <p:xfrm>
          <a:off x="822960" y="1554480"/>
          <a:ext cx="80467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ern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45720"/>
          </a:xfrm>
          <a:prstGeom prst="rect">
            <a:avLst/>
          </a:prstGeom>
          <a:solidFill>
            <a:srgbClr val="8C64FF"/>
          </a:solidFill>
          <a:ln>
            <a:solidFill>
              <a:srgbClr val="8C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E3B0CBB8-025F-B7DB-D611-3EDBEC6FE9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0196464"/>
              </p:ext>
            </p:extLst>
          </p:nvPr>
        </p:nvGraphicFramePr>
        <p:xfrm>
          <a:off x="822960" y="1554480"/>
          <a:ext cx="80467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ern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45720"/>
          </a:xfrm>
          <a:prstGeom prst="rect">
            <a:avLst/>
          </a:prstGeom>
          <a:solidFill>
            <a:srgbClr val="8C64FF"/>
          </a:solidFill>
          <a:ln>
            <a:solidFill>
              <a:srgbClr val="8C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559804A0-D538-CE5F-F9F1-B9438E5C4E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8453675"/>
              </p:ext>
            </p:extLst>
          </p:nvPr>
        </p:nvGraphicFramePr>
        <p:xfrm>
          <a:off x="822960" y="1554480"/>
          <a:ext cx="80467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222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Anish Kumar tiwari</cp:lastModifiedBy>
  <cp:revision>2</cp:revision>
  <dcterms:created xsi:type="dcterms:W3CDTF">2013-01-27T09:14:16Z</dcterms:created>
  <dcterms:modified xsi:type="dcterms:W3CDTF">2026-05-23T17:37:03Z</dcterms:modified>
  <cp:category/>
</cp:coreProperties>
</file>